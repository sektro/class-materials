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E43E6-F8EF-4BDF-82ED-E09AB1D1E95E}" v="37" dt="2025-01-03T12:51:42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8814" y="-5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Kolos Barnabás" userId="2a2e4dee-3678-42a9-bb81-c80911c96718" providerId="ADAL" clId="{29755B1C-186F-4575-8557-62755F18CDF4}"/>
    <pc:docChg chg="custSel modSld">
      <pc:chgData name="Sándor Kolos Barnabás" userId="2a2e4dee-3678-42a9-bb81-c80911c96718" providerId="ADAL" clId="{29755B1C-186F-4575-8557-62755F18CDF4}" dt="2024-12-09T09:13:08.107" v="1" actId="478"/>
      <pc:docMkLst>
        <pc:docMk/>
      </pc:docMkLst>
      <pc:sldChg chg="addSp delSp mod">
        <pc:chgData name="Sándor Kolos Barnabás" userId="2a2e4dee-3678-42a9-bb81-c80911c96718" providerId="ADAL" clId="{29755B1C-186F-4575-8557-62755F18CDF4}" dt="2024-12-09T09:13:08.107" v="1" actId="478"/>
        <pc:sldMkLst>
          <pc:docMk/>
          <pc:sldMk cId="1368459341" sldId="256"/>
        </pc:sldMkLst>
      </pc:sldChg>
    </pc:docChg>
  </pc:docChgLst>
  <pc:docChgLst>
    <pc:chgData name="Sándor Kolos Barnabás" userId="2a2e4dee-3678-42a9-bb81-c80911c96718" providerId="ADAL" clId="{F9FE43E6-F8EF-4BDF-82ED-E09AB1D1E95E}"/>
    <pc:docChg chg="undo custSel modSld modMainMaster">
      <pc:chgData name="Sándor Kolos Barnabás" userId="2a2e4dee-3678-42a9-bb81-c80911c96718" providerId="ADAL" clId="{F9FE43E6-F8EF-4BDF-82ED-E09AB1D1E95E}" dt="2025-01-03T12:51:54.215" v="1388" actId="1076"/>
      <pc:docMkLst>
        <pc:docMk/>
      </pc:docMkLst>
      <pc:sldChg chg="addSp modSp mod">
        <pc:chgData name="Sándor Kolos Barnabás" userId="2a2e4dee-3678-42a9-bb81-c80911c96718" providerId="ADAL" clId="{F9FE43E6-F8EF-4BDF-82ED-E09AB1D1E95E}" dt="2025-01-03T12:51:54.215" v="1388" actId="1076"/>
        <pc:sldMkLst>
          <pc:docMk/>
          <pc:sldMk cId="1368459341" sldId="256"/>
        </pc:sldMkLst>
        <pc:spChg chg="add mod">
          <ac:chgData name="Sándor Kolos Barnabás" userId="2a2e4dee-3678-42a9-bb81-c80911c96718" providerId="ADAL" clId="{F9FE43E6-F8EF-4BDF-82ED-E09AB1D1E95E}" dt="2025-01-03T12:45:08.044" v="1080" actId="1076"/>
          <ac:spMkLst>
            <pc:docMk/>
            <pc:sldMk cId="1368459341" sldId="256"/>
            <ac:spMk id="2" creationId="{563E35A9-D2DA-9A4E-3B5D-FCF03EB79574}"/>
          </ac:spMkLst>
        </pc:spChg>
        <pc:spChg chg="add mod">
          <ac:chgData name="Sándor Kolos Barnabás" userId="2a2e4dee-3678-42a9-bb81-c80911c96718" providerId="ADAL" clId="{F9FE43E6-F8EF-4BDF-82ED-E09AB1D1E95E}" dt="2025-01-03T12:41:37.947" v="985" actId="1076"/>
          <ac:spMkLst>
            <pc:docMk/>
            <pc:sldMk cId="1368459341" sldId="256"/>
            <ac:spMk id="3" creationId="{B0D7C35D-B3A1-5DEA-2D2D-56F9A91D6EC9}"/>
          </ac:spMkLst>
        </pc:spChg>
        <pc:spChg chg="add mod">
          <ac:chgData name="Sándor Kolos Barnabás" userId="2a2e4dee-3678-42a9-bb81-c80911c96718" providerId="ADAL" clId="{F9FE43E6-F8EF-4BDF-82ED-E09AB1D1E95E}" dt="2025-01-03T12:47:15.312" v="1213" actId="1076"/>
          <ac:spMkLst>
            <pc:docMk/>
            <pc:sldMk cId="1368459341" sldId="256"/>
            <ac:spMk id="6" creationId="{3AAF4476-1945-03AE-3681-BBD393C20C69}"/>
          </ac:spMkLst>
        </pc:spChg>
        <pc:spChg chg="add mod">
          <ac:chgData name="Sándor Kolos Barnabás" userId="2a2e4dee-3678-42a9-bb81-c80911c96718" providerId="ADAL" clId="{F9FE43E6-F8EF-4BDF-82ED-E09AB1D1E95E}" dt="2025-01-03T12:47:45.052" v="1221" actId="1076"/>
          <ac:spMkLst>
            <pc:docMk/>
            <pc:sldMk cId="1368459341" sldId="256"/>
            <ac:spMk id="22" creationId="{CED1BB4F-E65B-7805-38A8-51E02D4E1738}"/>
          </ac:spMkLst>
        </pc:spChg>
        <pc:spChg chg="add mod">
          <ac:chgData name="Sándor Kolos Barnabás" userId="2a2e4dee-3678-42a9-bb81-c80911c96718" providerId="ADAL" clId="{F9FE43E6-F8EF-4BDF-82ED-E09AB1D1E95E}" dt="2025-01-03T12:47:57.177" v="1235" actId="1076"/>
          <ac:spMkLst>
            <pc:docMk/>
            <pc:sldMk cId="1368459341" sldId="256"/>
            <ac:spMk id="25" creationId="{5D4BFD31-6392-418D-B28B-2CB740C19398}"/>
          </ac:spMkLst>
        </pc:spChg>
        <pc:spChg chg="add mod">
          <ac:chgData name="Sándor Kolos Barnabás" userId="2a2e4dee-3678-42a9-bb81-c80911c96718" providerId="ADAL" clId="{F9FE43E6-F8EF-4BDF-82ED-E09AB1D1E95E}" dt="2025-01-03T12:48:08.932" v="1248" actId="1076"/>
          <ac:spMkLst>
            <pc:docMk/>
            <pc:sldMk cId="1368459341" sldId="256"/>
            <ac:spMk id="26" creationId="{A6F5B6AA-730F-B3C9-E43C-6DEB806545F8}"/>
          </ac:spMkLst>
        </pc:spChg>
        <pc:spChg chg="add mod">
          <ac:chgData name="Sándor Kolos Barnabás" userId="2a2e4dee-3678-42a9-bb81-c80911c96718" providerId="ADAL" clId="{F9FE43E6-F8EF-4BDF-82ED-E09AB1D1E95E}" dt="2025-01-03T12:48:20.975" v="1260" actId="1076"/>
          <ac:spMkLst>
            <pc:docMk/>
            <pc:sldMk cId="1368459341" sldId="256"/>
            <ac:spMk id="31" creationId="{2EECD702-608C-FDEF-7AD2-FEF9535D4547}"/>
          </ac:spMkLst>
        </pc:spChg>
        <pc:spChg chg="add mod">
          <ac:chgData name="Sándor Kolos Barnabás" userId="2a2e4dee-3678-42a9-bb81-c80911c96718" providerId="ADAL" clId="{F9FE43E6-F8EF-4BDF-82ED-E09AB1D1E95E}" dt="2025-01-03T12:48:34.682" v="1265" actId="1076"/>
          <ac:spMkLst>
            <pc:docMk/>
            <pc:sldMk cId="1368459341" sldId="256"/>
            <ac:spMk id="32" creationId="{FD64E544-1AD6-C416-3F67-3424F8643AD2}"/>
          </ac:spMkLst>
        </pc:spChg>
        <pc:spChg chg="add mod">
          <ac:chgData name="Sándor Kolos Barnabás" userId="2a2e4dee-3678-42a9-bb81-c80911c96718" providerId="ADAL" clId="{F9FE43E6-F8EF-4BDF-82ED-E09AB1D1E95E}" dt="2025-01-03T12:48:41.597" v="1272" actId="1076"/>
          <ac:spMkLst>
            <pc:docMk/>
            <pc:sldMk cId="1368459341" sldId="256"/>
            <ac:spMk id="33" creationId="{578034F9-E8CD-DB07-B64B-C26BA1C698E9}"/>
          </ac:spMkLst>
        </pc:spChg>
        <pc:spChg chg="add mod">
          <ac:chgData name="Sándor Kolos Barnabás" userId="2a2e4dee-3678-42a9-bb81-c80911c96718" providerId="ADAL" clId="{F9FE43E6-F8EF-4BDF-82ED-E09AB1D1E95E}" dt="2025-01-03T12:48:50.950" v="1285" actId="1076"/>
          <ac:spMkLst>
            <pc:docMk/>
            <pc:sldMk cId="1368459341" sldId="256"/>
            <ac:spMk id="34" creationId="{752BA481-B96A-3029-6F74-80983C75FDDC}"/>
          </ac:spMkLst>
        </pc:spChg>
        <pc:spChg chg="add mod">
          <ac:chgData name="Sándor Kolos Barnabás" userId="2a2e4dee-3678-42a9-bb81-c80911c96718" providerId="ADAL" clId="{F9FE43E6-F8EF-4BDF-82ED-E09AB1D1E95E}" dt="2025-01-03T12:49:16.516" v="1291" actId="1076"/>
          <ac:spMkLst>
            <pc:docMk/>
            <pc:sldMk cId="1368459341" sldId="256"/>
            <ac:spMk id="35" creationId="{D7423284-9718-FD48-BC0E-F2D12902884D}"/>
          </ac:spMkLst>
        </pc:spChg>
        <pc:spChg chg="add mod">
          <ac:chgData name="Sándor Kolos Barnabás" userId="2a2e4dee-3678-42a9-bb81-c80911c96718" providerId="ADAL" clId="{F9FE43E6-F8EF-4BDF-82ED-E09AB1D1E95E}" dt="2025-01-03T12:49:28.618" v="1307" actId="1076"/>
          <ac:spMkLst>
            <pc:docMk/>
            <pc:sldMk cId="1368459341" sldId="256"/>
            <ac:spMk id="36" creationId="{25CB1812-EF69-228C-F593-494E1DA61BDF}"/>
          </ac:spMkLst>
        </pc:spChg>
        <pc:spChg chg="add mod">
          <ac:chgData name="Sándor Kolos Barnabás" userId="2a2e4dee-3678-42a9-bb81-c80911c96718" providerId="ADAL" clId="{F9FE43E6-F8EF-4BDF-82ED-E09AB1D1E95E}" dt="2025-01-03T12:51:54.215" v="1388" actId="1076"/>
          <ac:spMkLst>
            <pc:docMk/>
            <pc:sldMk cId="1368459341" sldId="256"/>
            <ac:spMk id="41" creationId="{6533CC5E-3FF5-9105-8463-79BAB732208B}"/>
          </ac:spMkLst>
        </pc:spChg>
        <pc:graphicFrameChg chg="add mod modGraphic">
          <ac:chgData name="Sándor Kolos Barnabás" userId="2a2e4dee-3678-42a9-bb81-c80911c96718" providerId="ADAL" clId="{F9FE43E6-F8EF-4BDF-82ED-E09AB1D1E95E}" dt="2025-01-03T12:11:27.746" v="586" actId="20577"/>
          <ac:graphicFrameMkLst>
            <pc:docMk/>
            <pc:sldMk cId="1368459341" sldId="256"/>
            <ac:graphicFrameMk id="4" creationId="{5DE066E1-9099-1146-CCF3-172472715FAC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4-12-23T14:20:36.179" v="430" actId="1076"/>
          <ac:graphicFrameMkLst>
            <pc:docMk/>
            <pc:sldMk cId="1368459341" sldId="256"/>
            <ac:graphicFrameMk id="8" creationId="{894A4117-5EE1-CD8D-A21D-27ABF1C3955D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36:04.984" v="876" actId="1076"/>
          <ac:graphicFrameMkLst>
            <pc:docMk/>
            <pc:sldMk cId="1368459341" sldId="256"/>
            <ac:graphicFrameMk id="9" creationId="{0EE60075-D8AF-C3D5-F78F-4EEA81B5B5B8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12:24.590" v="630" actId="14100"/>
          <ac:graphicFrameMkLst>
            <pc:docMk/>
            <pc:sldMk cId="1368459341" sldId="256"/>
            <ac:graphicFrameMk id="15" creationId="{3FE7C0BF-C512-A490-2FEB-88AA959DE4D5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13:16.477" v="677" actId="1076"/>
          <ac:graphicFrameMkLst>
            <pc:docMk/>
            <pc:sldMk cId="1368459341" sldId="256"/>
            <ac:graphicFrameMk id="18" creationId="{B180A26A-6A4E-A74B-504B-01B9C3B44DE5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10:24.023" v="522" actId="20577"/>
          <ac:graphicFrameMkLst>
            <pc:docMk/>
            <pc:sldMk cId="1368459341" sldId="256"/>
            <ac:graphicFrameMk id="23" creationId="{A6FA2A79-F8B1-86D8-1A34-7CCF93139FB4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36:57.880" v="976" actId="20577"/>
          <ac:graphicFrameMkLst>
            <pc:docMk/>
            <pc:sldMk cId="1368459341" sldId="256"/>
            <ac:graphicFrameMk id="27" creationId="{4A405E13-26F9-6F3A-DB27-6B6AFDBB4925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34:13.555" v="783" actId="20577"/>
          <ac:graphicFrameMkLst>
            <pc:docMk/>
            <pc:sldMk cId="1368459341" sldId="256"/>
            <ac:graphicFrameMk id="29" creationId="{870F6004-2B6B-60E7-FFDE-7E45C2E8D549}"/>
          </ac:graphicFrameMkLst>
        </pc:graphicFrameChg>
        <pc:graphicFrameChg chg="mod">
          <ac:chgData name="Sándor Kolos Barnabás" userId="2a2e4dee-3678-42a9-bb81-c80911c96718" providerId="ADAL" clId="{F9FE43E6-F8EF-4BDF-82ED-E09AB1D1E95E}" dt="2025-01-03T12:49:39.793" v="1309" actId="1076"/>
          <ac:graphicFrameMkLst>
            <pc:docMk/>
            <pc:sldMk cId="1368459341" sldId="256"/>
            <ac:graphicFrameMk id="37" creationId="{1A343C17-C378-3638-1104-1B038FF0659A}"/>
          </ac:graphicFrameMkLst>
        </pc:graphicFrameChg>
        <pc:graphicFrameChg chg="add mod modGraphic">
          <ac:chgData name="Sándor Kolos Barnabás" userId="2a2e4dee-3678-42a9-bb81-c80911c96718" providerId="ADAL" clId="{F9FE43E6-F8EF-4BDF-82ED-E09AB1D1E95E}" dt="2025-01-03T12:51:32.412" v="1382" actId="14100"/>
          <ac:graphicFrameMkLst>
            <pc:docMk/>
            <pc:sldMk cId="1368459341" sldId="256"/>
            <ac:graphicFrameMk id="40" creationId="{BE67F7F0-47B0-342B-2630-8A92715737F4}"/>
          </ac:graphicFrameMkLst>
        </pc:graphicFrameChg>
        <pc:graphicFrameChg chg="mod modGraphic">
          <ac:chgData name="Sándor Kolos Barnabás" userId="2a2e4dee-3678-42a9-bb81-c80911c96718" providerId="ADAL" clId="{F9FE43E6-F8EF-4BDF-82ED-E09AB1D1E95E}" dt="2025-01-03T12:45:02.354" v="1079" actId="20577"/>
          <ac:graphicFrameMkLst>
            <pc:docMk/>
            <pc:sldMk cId="1368459341" sldId="256"/>
            <ac:graphicFrameMk id="62" creationId="{D7A62058-6C93-5963-DACD-F313BBE55375}"/>
          </ac:graphicFrameMkLst>
        </pc:graphicFrameChg>
        <pc:graphicFrameChg chg="mod">
          <ac:chgData name="Sándor Kolos Barnabás" userId="2a2e4dee-3678-42a9-bb81-c80911c96718" providerId="ADAL" clId="{F9FE43E6-F8EF-4BDF-82ED-E09AB1D1E95E}" dt="2025-01-03T12:45:21.036" v="1082" actId="1076"/>
          <ac:graphicFrameMkLst>
            <pc:docMk/>
            <pc:sldMk cId="1368459341" sldId="256"/>
            <ac:graphicFrameMk id="78" creationId="{A6DBF588-A358-2B81-F027-8B334C61C0C7}"/>
          </ac:graphicFrameMkLst>
        </pc:graphicFrameChg>
        <pc:graphicFrameChg chg="mod">
          <ac:chgData name="Sándor Kolos Barnabás" userId="2a2e4dee-3678-42a9-bb81-c80911c96718" providerId="ADAL" clId="{F9FE43E6-F8EF-4BDF-82ED-E09AB1D1E95E}" dt="2025-01-03T12:45:08.044" v="1080" actId="1076"/>
          <ac:graphicFrameMkLst>
            <pc:docMk/>
            <pc:sldMk cId="1368459341" sldId="256"/>
            <ac:graphicFrameMk id="79" creationId="{ADE053AB-F896-E19E-53EC-8BB0E71B77C0}"/>
          </ac:graphicFrameMkLst>
        </pc:graphicFrameChg>
        <pc:graphicFrameChg chg="mod">
          <ac:chgData name="Sándor Kolos Barnabás" userId="2a2e4dee-3678-42a9-bb81-c80911c96718" providerId="ADAL" clId="{F9FE43E6-F8EF-4BDF-82ED-E09AB1D1E95E}" dt="2025-01-03T12:45:14.391" v="1081" actId="1076"/>
          <ac:graphicFrameMkLst>
            <pc:docMk/>
            <pc:sldMk cId="1368459341" sldId="256"/>
            <ac:graphicFrameMk id="82" creationId="{C5B2D206-308F-0167-A1DA-41C45EDBB4E3}"/>
          </ac:graphicFrameMkLst>
        </pc:graphicFrameChg>
        <pc:graphicFrameChg chg="mod modGraphic">
          <ac:chgData name="Sándor Kolos Barnabás" userId="2a2e4dee-3678-42a9-bb81-c80911c96718" providerId="ADAL" clId="{F9FE43E6-F8EF-4BDF-82ED-E09AB1D1E95E}" dt="2025-01-03T12:47:17.770" v="1214" actId="14100"/>
          <ac:graphicFrameMkLst>
            <pc:docMk/>
            <pc:sldMk cId="1368459341" sldId="256"/>
            <ac:graphicFrameMk id="83" creationId="{1F860188-ABDB-2107-B76C-C173934A9A59}"/>
          </ac:graphicFrameMkLst>
        </pc:graphicFrameChg>
        <pc:graphicFrameChg chg="mod">
          <ac:chgData name="Sándor Kolos Barnabás" userId="2a2e4dee-3678-42a9-bb81-c80911c96718" providerId="ADAL" clId="{F9FE43E6-F8EF-4BDF-82ED-E09AB1D1E95E}" dt="2025-01-03T12:45:21.036" v="1082" actId="1076"/>
          <ac:graphicFrameMkLst>
            <pc:docMk/>
            <pc:sldMk cId="1368459341" sldId="256"/>
            <ac:graphicFrameMk id="84" creationId="{44E1B17C-BC58-D068-4D10-42FDDD78A2F7}"/>
          </ac:graphicFrameMkLst>
        </pc:graphicFrameChg>
        <pc:graphicFrameChg chg="mod">
          <ac:chgData name="Sándor Kolos Barnabás" userId="2a2e4dee-3678-42a9-bb81-c80911c96718" providerId="ADAL" clId="{F9FE43E6-F8EF-4BDF-82ED-E09AB1D1E95E}" dt="2024-12-23T13:51:52.308" v="5"/>
          <ac:graphicFrameMkLst>
            <pc:docMk/>
            <pc:sldMk cId="1368459341" sldId="256"/>
            <ac:graphicFrameMk id="96" creationId="{E7294830-032C-1279-4628-148128E6D83C}"/>
          </ac:graphicFrameMkLst>
        </pc:graphicFrameChg>
        <pc:cxnChg chg="add mod">
          <ac:chgData name="Sándor Kolos Barnabás" userId="2a2e4dee-3678-42a9-bb81-c80911c96718" providerId="ADAL" clId="{F9FE43E6-F8EF-4BDF-82ED-E09AB1D1E95E}" dt="2024-12-23T14:18:50.896" v="361" actId="14100"/>
          <ac:cxnSpMkLst>
            <pc:docMk/>
            <pc:sldMk cId="1368459341" sldId="256"/>
            <ac:cxnSpMk id="5" creationId="{F28CF441-F3AB-9941-5545-C3B70EF64A77}"/>
          </ac:cxnSpMkLst>
        </pc:cxnChg>
        <pc:cxnChg chg="add mod">
          <ac:chgData name="Sándor Kolos Barnabás" userId="2a2e4dee-3678-42a9-bb81-c80911c96718" providerId="ADAL" clId="{F9FE43E6-F8EF-4BDF-82ED-E09AB1D1E95E}" dt="2024-12-23T14:18:53.144" v="362" actId="14100"/>
          <ac:cxnSpMkLst>
            <pc:docMk/>
            <pc:sldMk cId="1368459341" sldId="256"/>
            <ac:cxnSpMk id="10" creationId="{1FC7F462-1248-ED89-F6AE-2E5A2A571BC7}"/>
          </ac:cxnSpMkLst>
        </pc:cxnChg>
        <pc:cxnChg chg="add mod">
          <ac:chgData name="Sándor Kolos Barnabás" userId="2a2e4dee-3678-42a9-bb81-c80911c96718" providerId="ADAL" clId="{F9FE43E6-F8EF-4BDF-82ED-E09AB1D1E95E}" dt="2024-12-23T14:20:37.981" v="431" actId="14100"/>
          <ac:cxnSpMkLst>
            <pc:docMk/>
            <pc:sldMk cId="1368459341" sldId="256"/>
            <ac:cxnSpMk id="12" creationId="{B06CE8FD-F5F4-AC4E-2169-F8C13996C2F3}"/>
          </ac:cxnSpMkLst>
        </pc:cxnChg>
        <pc:cxnChg chg="add mod">
          <ac:chgData name="Sándor Kolos Barnabás" userId="2a2e4dee-3678-42a9-bb81-c80911c96718" providerId="ADAL" clId="{F9FE43E6-F8EF-4BDF-82ED-E09AB1D1E95E}" dt="2025-01-03T12:12:30.185" v="632" actId="14100"/>
          <ac:cxnSpMkLst>
            <pc:docMk/>
            <pc:sldMk cId="1368459341" sldId="256"/>
            <ac:cxnSpMk id="16" creationId="{DA6F54F1-B0AD-E811-F353-0B0161C2BB8E}"/>
          </ac:cxnSpMkLst>
        </pc:cxnChg>
        <pc:cxnChg chg="add mod">
          <ac:chgData name="Sándor Kolos Barnabás" userId="2a2e4dee-3678-42a9-bb81-c80911c96718" providerId="ADAL" clId="{F9FE43E6-F8EF-4BDF-82ED-E09AB1D1E95E}" dt="2025-01-03T12:13:16.477" v="677" actId="1076"/>
          <ac:cxnSpMkLst>
            <pc:docMk/>
            <pc:sldMk cId="1368459341" sldId="256"/>
            <ac:cxnSpMk id="19" creationId="{AF6FCA6A-9303-9ADF-DB7F-56D797DEE7CD}"/>
          </ac:cxnSpMkLst>
        </pc:cxnChg>
        <pc:cxnChg chg="add mod">
          <ac:chgData name="Sándor Kolos Barnabás" userId="2a2e4dee-3678-42a9-bb81-c80911c96718" providerId="ADAL" clId="{F9FE43E6-F8EF-4BDF-82ED-E09AB1D1E95E}" dt="2025-01-03T12:10:13.204" v="505" actId="1076"/>
          <ac:cxnSpMkLst>
            <pc:docMk/>
            <pc:sldMk cId="1368459341" sldId="256"/>
            <ac:cxnSpMk id="24" creationId="{CE0A90BB-D2D3-19F2-93B3-969EB56ADE29}"/>
          </ac:cxnSpMkLst>
        </pc:cxnChg>
        <pc:cxnChg chg="add mod">
          <ac:chgData name="Sándor Kolos Barnabás" userId="2a2e4dee-3678-42a9-bb81-c80911c96718" providerId="ADAL" clId="{F9FE43E6-F8EF-4BDF-82ED-E09AB1D1E95E}" dt="2025-01-03T12:36:09.109" v="878" actId="1076"/>
          <ac:cxnSpMkLst>
            <pc:docMk/>
            <pc:sldMk cId="1368459341" sldId="256"/>
            <ac:cxnSpMk id="28" creationId="{6BB7910C-B48F-80AB-6596-2B9E26217ECA}"/>
          </ac:cxnSpMkLst>
        </pc:cxnChg>
        <pc:cxnChg chg="add mod">
          <ac:chgData name="Sándor Kolos Barnabás" userId="2a2e4dee-3678-42a9-bb81-c80911c96718" providerId="ADAL" clId="{F9FE43E6-F8EF-4BDF-82ED-E09AB1D1E95E}" dt="2025-01-03T12:36:04.984" v="876" actId="1076"/>
          <ac:cxnSpMkLst>
            <pc:docMk/>
            <pc:sldMk cId="1368459341" sldId="256"/>
            <ac:cxnSpMk id="30" creationId="{3A147785-687A-7D03-B2D0-0084901DB061}"/>
          </ac:cxnSpMkLst>
        </pc:cxnChg>
        <pc:cxnChg chg="add mod">
          <ac:chgData name="Sándor Kolos Barnabás" userId="2a2e4dee-3678-42a9-bb81-c80911c96718" providerId="ADAL" clId="{F9FE43E6-F8EF-4BDF-82ED-E09AB1D1E95E}" dt="2025-01-03T12:51:49.074" v="1387" actId="14100"/>
          <ac:cxnSpMkLst>
            <pc:docMk/>
            <pc:sldMk cId="1368459341" sldId="256"/>
            <ac:cxnSpMk id="42" creationId="{B6ABD01D-78E3-583B-DE80-3509C61D74C4}"/>
          </ac:cxnSpMkLst>
        </pc:cxnChg>
        <pc:cxnChg chg="mod">
          <ac:chgData name="Sándor Kolos Barnabás" userId="2a2e4dee-3678-42a9-bb81-c80911c96718" providerId="ADAL" clId="{F9FE43E6-F8EF-4BDF-82ED-E09AB1D1E95E}" dt="2025-01-03T12:49:39.793" v="1309" actId="1076"/>
          <ac:cxnSpMkLst>
            <pc:docMk/>
            <pc:sldMk cId="1368459341" sldId="256"/>
            <ac:cxnSpMk id="86" creationId="{4578A343-2BD8-500B-66CC-8ADC12DF0C2D}"/>
          </ac:cxnSpMkLst>
        </pc:cxnChg>
        <pc:cxnChg chg="mod">
          <ac:chgData name="Sándor Kolos Barnabás" userId="2a2e4dee-3678-42a9-bb81-c80911c96718" providerId="ADAL" clId="{F9FE43E6-F8EF-4BDF-82ED-E09AB1D1E95E}" dt="2025-01-03T12:47:10.772" v="1212" actId="14100"/>
          <ac:cxnSpMkLst>
            <pc:docMk/>
            <pc:sldMk cId="1368459341" sldId="256"/>
            <ac:cxnSpMk id="90" creationId="{984848CF-6D6E-FC5C-E94C-B157BA41A13B}"/>
          </ac:cxnSpMkLst>
        </pc:cxnChg>
        <pc:cxnChg chg="mod">
          <ac:chgData name="Sándor Kolos Barnabás" userId="2a2e4dee-3678-42a9-bb81-c80911c96718" providerId="ADAL" clId="{F9FE43E6-F8EF-4BDF-82ED-E09AB1D1E95E}" dt="2025-01-03T12:45:14.391" v="1081" actId="1076"/>
          <ac:cxnSpMkLst>
            <pc:docMk/>
            <pc:sldMk cId="1368459341" sldId="256"/>
            <ac:cxnSpMk id="93" creationId="{58C58930-CDEC-1B8C-32A6-4F38097FEC5E}"/>
          </ac:cxnSpMkLst>
        </pc:cxnChg>
        <pc:cxnChg chg="mod">
          <ac:chgData name="Sándor Kolos Barnabás" userId="2a2e4dee-3678-42a9-bb81-c80911c96718" providerId="ADAL" clId="{F9FE43E6-F8EF-4BDF-82ED-E09AB1D1E95E}" dt="2025-01-03T12:45:08.044" v="1080" actId="1076"/>
          <ac:cxnSpMkLst>
            <pc:docMk/>
            <pc:sldMk cId="1368459341" sldId="256"/>
            <ac:cxnSpMk id="97" creationId="{447939D2-A17C-8767-2CD6-CC4282DDCE80}"/>
          </ac:cxnSpMkLst>
        </pc:cxnChg>
        <pc:cxnChg chg="mod">
          <ac:chgData name="Sándor Kolos Barnabás" userId="2a2e4dee-3678-42a9-bb81-c80911c96718" providerId="ADAL" clId="{F9FE43E6-F8EF-4BDF-82ED-E09AB1D1E95E}" dt="2025-01-03T12:45:21.036" v="1082" actId="1076"/>
          <ac:cxnSpMkLst>
            <pc:docMk/>
            <pc:sldMk cId="1368459341" sldId="256"/>
            <ac:cxnSpMk id="100" creationId="{A19BD949-6D09-AC78-D1EE-368C4F43F3C0}"/>
          </ac:cxnSpMkLst>
        </pc:cxnChg>
        <pc:cxnChg chg="mod">
          <ac:chgData name="Sándor Kolos Barnabás" userId="2a2e4dee-3678-42a9-bb81-c80911c96718" providerId="ADAL" clId="{F9FE43E6-F8EF-4BDF-82ED-E09AB1D1E95E}" dt="2025-01-03T12:45:21.036" v="1082" actId="1076"/>
          <ac:cxnSpMkLst>
            <pc:docMk/>
            <pc:sldMk cId="1368459341" sldId="256"/>
            <ac:cxnSpMk id="102" creationId="{19D16C6C-1DBF-DEFC-422C-BF33066CDB21}"/>
          </ac:cxnSpMkLst>
        </pc:cxnChg>
        <pc:cxnChg chg="mod">
          <ac:chgData name="Sándor Kolos Barnabás" userId="2a2e4dee-3678-42a9-bb81-c80911c96718" providerId="ADAL" clId="{F9FE43E6-F8EF-4BDF-82ED-E09AB1D1E95E}" dt="2025-01-03T12:47:21.554" v="1215" actId="14100"/>
          <ac:cxnSpMkLst>
            <pc:docMk/>
            <pc:sldMk cId="1368459341" sldId="256"/>
            <ac:cxnSpMk id="104" creationId="{224352D2-4000-35D7-6812-0CD6AA9DAB7C}"/>
          </ac:cxnSpMkLst>
        </pc:cxnChg>
        <pc:cxnChg chg="mod">
          <ac:chgData name="Sándor Kolos Barnabás" userId="2a2e4dee-3678-42a9-bb81-c80911c96718" providerId="ADAL" clId="{F9FE43E6-F8EF-4BDF-82ED-E09AB1D1E95E}" dt="2025-01-03T12:47:23.965" v="1216" actId="14100"/>
          <ac:cxnSpMkLst>
            <pc:docMk/>
            <pc:sldMk cId="1368459341" sldId="256"/>
            <ac:cxnSpMk id="106" creationId="{D8F6A137-FF8A-E290-7C2B-73E561CBE72B}"/>
          </ac:cxnSpMkLst>
        </pc:cxnChg>
      </pc:sldChg>
      <pc:sldMasterChg chg="modSp modSldLayout">
        <pc:chgData name="Sándor Kolos Barnabás" userId="2a2e4dee-3678-42a9-bb81-c80911c96718" providerId="ADAL" clId="{F9FE43E6-F8EF-4BDF-82ED-E09AB1D1E95E}" dt="2024-12-23T13:51:52.308" v="5"/>
        <pc:sldMasterMkLst>
          <pc:docMk/>
          <pc:sldMasterMk cId="251903357" sldId="2147483648"/>
        </pc:sldMasterMkLst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1702870672" sldId="2147483649"/>
          </pc:sldLayoutMkLst>
        </pc:sldLayoutChg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1451674388" sldId="2147483651"/>
          </pc:sldLayoutMkLst>
        </pc:sldLayoutChg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1241629289" sldId="2147483652"/>
          </pc:sldLayoutMkLst>
        </pc:sldLayoutChg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3332946097" sldId="2147483653"/>
          </pc:sldLayoutMkLst>
        </pc:sldLayoutChg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1029687664" sldId="2147483656"/>
          </pc:sldLayoutMkLst>
        </pc:sldLayoutChg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2718965930" sldId="2147483657"/>
          </pc:sldLayoutMkLst>
        </pc:sldLayoutChg>
        <pc:sldLayoutChg chg="modSp">
          <pc:chgData name="Sándor Kolos Barnabás" userId="2a2e4dee-3678-42a9-bb81-c80911c96718" providerId="ADAL" clId="{F9FE43E6-F8EF-4BDF-82ED-E09AB1D1E95E}" dt="2024-12-23T13:51:52.308" v="5"/>
          <pc:sldLayoutMkLst>
            <pc:docMk/>
            <pc:sldMasterMk cId="251903357" sldId="2147483648"/>
            <pc:sldLayoutMk cId="389345339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3534924"/>
            <a:ext cx="26999804" cy="7519835"/>
          </a:xfrm>
        </p:spPr>
        <p:txBody>
          <a:bodyPr anchor="b"/>
          <a:lstStyle>
            <a:lvl1pPr algn="ctr">
              <a:defRPr sz="17716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1344752"/>
            <a:ext cx="26999804" cy="5214884"/>
          </a:xfrm>
        </p:spPr>
        <p:txBody>
          <a:bodyPr/>
          <a:lstStyle>
            <a:lvl1pPr marL="0" indent="0" algn="ctr">
              <a:buNone/>
              <a:defRPr sz="7086"/>
            </a:lvl1pPr>
            <a:lvl2pPr marL="1349974" indent="0" algn="ctr">
              <a:buNone/>
              <a:defRPr sz="5905"/>
            </a:lvl2pPr>
            <a:lvl3pPr marL="2699949" indent="0" algn="ctr">
              <a:buNone/>
              <a:defRPr sz="5315"/>
            </a:lvl3pPr>
            <a:lvl4pPr marL="4049923" indent="0" algn="ctr">
              <a:buNone/>
              <a:defRPr sz="4724"/>
            </a:lvl4pPr>
            <a:lvl5pPr marL="5399898" indent="0" algn="ctr">
              <a:buNone/>
              <a:defRPr sz="4724"/>
            </a:lvl5pPr>
            <a:lvl6pPr marL="6749872" indent="0" algn="ctr">
              <a:buNone/>
              <a:defRPr sz="4724"/>
            </a:lvl6pPr>
            <a:lvl7pPr marL="8099847" indent="0" algn="ctr">
              <a:buNone/>
              <a:defRPr sz="4724"/>
            </a:lvl7pPr>
            <a:lvl8pPr marL="9449821" indent="0" algn="ctr">
              <a:buNone/>
              <a:defRPr sz="4724"/>
            </a:lvl8pPr>
            <a:lvl9pPr marL="10799796" indent="0" algn="ctr">
              <a:buNone/>
              <a:defRPr sz="4724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102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785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5384885"/>
            <a:ext cx="31049774" cy="8984801"/>
          </a:xfrm>
        </p:spPr>
        <p:txBody>
          <a:bodyPr anchor="b"/>
          <a:lstStyle>
            <a:lvl1pPr>
              <a:defRPr sz="17716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4454685"/>
            <a:ext cx="31049774" cy="4724895"/>
          </a:xfrm>
        </p:spPr>
        <p:txBody>
          <a:bodyPr/>
          <a:lstStyle>
            <a:lvl1pPr marL="0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1pPr>
            <a:lvl2pPr marL="1349974" indent="0">
              <a:buNone/>
              <a:defRPr sz="5905">
                <a:solidFill>
                  <a:schemeClr val="tx1">
                    <a:tint val="82000"/>
                  </a:schemeClr>
                </a:solidFill>
              </a:defRPr>
            </a:lvl2pPr>
            <a:lvl3pPr marL="2699949" indent="0">
              <a:buNone/>
              <a:defRPr sz="5315">
                <a:solidFill>
                  <a:schemeClr val="tx1">
                    <a:tint val="82000"/>
                  </a:schemeClr>
                </a:solidFill>
              </a:defRPr>
            </a:lvl3pPr>
            <a:lvl4pPr marL="4049923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4pPr>
            <a:lvl5pPr marL="53998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5pPr>
            <a:lvl6pPr marL="6749872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6pPr>
            <a:lvl7pPr marL="8099847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7pPr>
            <a:lvl8pPr marL="944982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8pPr>
            <a:lvl9pPr marL="10799796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12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5749874"/>
            <a:ext cx="15299889" cy="137047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5749874"/>
            <a:ext cx="15299889" cy="137047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008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149976"/>
            <a:ext cx="31049774" cy="417491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5294885"/>
            <a:ext cx="15229575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7889827"/>
            <a:ext cx="15229575" cy="1160474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5294885"/>
            <a:ext cx="15304578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7889827"/>
            <a:ext cx="15304578" cy="1160474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630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217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747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109933"/>
            <a:ext cx="18224867" cy="15349662"/>
          </a:xfrm>
        </p:spPr>
        <p:txBody>
          <a:bodyPr/>
          <a:lstStyle>
            <a:lvl1pPr>
              <a:defRPr sz="9449"/>
            </a:lvl1pPr>
            <a:lvl2pPr>
              <a:defRPr sz="8268"/>
            </a:lvl2pPr>
            <a:lvl3pPr>
              <a:defRPr sz="7086"/>
            </a:lvl3pPr>
            <a:lvl4pPr>
              <a:defRPr sz="5905"/>
            </a:lvl4pPr>
            <a:lvl5pPr>
              <a:defRPr sz="5905"/>
            </a:lvl5pPr>
            <a:lvl6pPr>
              <a:defRPr sz="5905"/>
            </a:lvl6pPr>
            <a:lvl7pPr>
              <a:defRPr sz="5905"/>
            </a:lvl7pPr>
            <a:lvl8pPr>
              <a:defRPr sz="5905"/>
            </a:lvl8pPr>
            <a:lvl9pPr>
              <a:defRPr sz="590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975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109933"/>
            <a:ext cx="18224867" cy="15349662"/>
          </a:xfrm>
        </p:spPr>
        <p:txBody>
          <a:bodyPr anchor="t"/>
          <a:lstStyle>
            <a:lvl1pPr marL="0" indent="0">
              <a:buNone/>
              <a:defRPr sz="9449"/>
            </a:lvl1pPr>
            <a:lvl2pPr marL="1349974" indent="0">
              <a:buNone/>
              <a:defRPr sz="8268"/>
            </a:lvl2pPr>
            <a:lvl3pPr marL="2699949" indent="0">
              <a:buNone/>
              <a:defRPr sz="7086"/>
            </a:lvl3pPr>
            <a:lvl4pPr marL="4049923" indent="0">
              <a:buNone/>
              <a:defRPr sz="5905"/>
            </a:lvl4pPr>
            <a:lvl5pPr marL="5399898" indent="0">
              <a:buNone/>
              <a:defRPr sz="5905"/>
            </a:lvl5pPr>
            <a:lvl6pPr marL="6749872" indent="0">
              <a:buNone/>
              <a:defRPr sz="5905"/>
            </a:lvl6pPr>
            <a:lvl7pPr marL="8099847" indent="0">
              <a:buNone/>
              <a:defRPr sz="5905"/>
            </a:lvl7pPr>
            <a:lvl8pPr marL="9449821" indent="0">
              <a:buNone/>
              <a:defRPr sz="5905"/>
            </a:lvl8pPr>
            <a:lvl9pPr marL="10799796" indent="0">
              <a:buNone/>
              <a:defRPr sz="590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423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602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1149975"/>
            <a:ext cx="7762444" cy="18304599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1149975"/>
            <a:ext cx="22837334" cy="1830459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326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149976"/>
            <a:ext cx="31049774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5749874"/>
            <a:ext cx="31049774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478EA-B1A7-4296-A717-E5227281235E}" type="datetimeFigureOut">
              <a:rPr lang="hu-HU" smtClean="0"/>
              <a:t>2025.01.03.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0019561"/>
            <a:ext cx="1214991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773E9-F4B2-415D-8345-37DD55DCFE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3319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699949" rtl="0" eaLnBrk="1" latinLnBrk="0" hangingPunct="1">
        <a:lnSpc>
          <a:spcPct val="90000"/>
        </a:lnSpc>
        <a:spcBef>
          <a:spcPct val="0"/>
        </a:spcBef>
        <a:buNone/>
        <a:defRPr sz="1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4987" indent="-674987" algn="l" defTabSz="2699949" rtl="0" eaLnBrk="1" latinLnBrk="0" hangingPunct="1">
        <a:lnSpc>
          <a:spcPct val="90000"/>
        </a:lnSpc>
        <a:spcBef>
          <a:spcPts val="2953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1pPr>
      <a:lvl2pPr marL="2024962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2pPr>
      <a:lvl3pPr marL="3374936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3pPr>
      <a:lvl4pPr marL="4724911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6074885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7424859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774834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10124808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1474783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49974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699949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49923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399898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49872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099847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49821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799796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áblázat 36">
            <a:extLst>
              <a:ext uri="{FF2B5EF4-FFF2-40B4-BE49-F238E27FC236}">
                <a16:creationId xmlns:a16="http://schemas.microsoft.com/office/drawing/2014/main" id="{1A343C17-C378-3638-1104-1B038FF06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68176"/>
              </p:ext>
            </p:extLst>
          </p:nvPr>
        </p:nvGraphicFramePr>
        <p:xfrm>
          <a:off x="14833871" y="7450772"/>
          <a:ext cx="2543151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15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SnakeFrame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SnakeFrame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62" name="Táblázat 61">
            <a:extLst>
              <a:ext uri="{FF2B5EF4-FFF2-40B4-BE49-F238E27FC236}">
                <a16:creationId xmlns:a16="http://schemas.microsoft.com/office/drawing/2014/main" id="{D7A62058-6C93-5963-DACD-F313BBE55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16975"/>
              </p:ext>
            </p:extLst>
          </p:nvPr>
        </p:nvGraphicFramePr>
        <p:xfrm>
          <a:off x="14339137" y="8719502"/>
          <a:ext cx="3532620" cy="2806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620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76382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SnakeBoard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snakelogic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SnakeLogic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timer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Timer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oneGameCycleAction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snakeKeyListener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43256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SnakeLogic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snakelogic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SnakeLogic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newGame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canMove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direction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Direction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changeDirections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direction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Direction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appleSpawn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initScoreBoard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initGrid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getjMenuItem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snakelogic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SnakeLogic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JMenuItem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Convertsecond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(sec: int):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78" name="Táblázat 77">
            <a:extLst>
              <a:ext uri="{FF2B5EF4-FFF2-40B4-BE49-F238E27FC236}">
                <a16:creationId xmlns:a16="http://schemas.microsoft.com/office/drawing/2014/main" id="{A6DBF588-A358-2B81-F027-8B334C61C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70121"/>
              </p:ext>
            </p:extLst>
          </p:nvPr>
        </p:nvGraphicFramePr>
        <p:xfrm>
          <a:off x="15878994" y="12842841"/>
          <a:ext cx="2613001" cy="971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00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30796">
                <a:tc>
                  <a:txBody>
                    <a:bodyPr/>
                    <a:lstStyle/>
                    <a:p>
                      <a:pPr algn="ctr"/>
                      <a:r>
                        <a:rPr lang="hu-HU" sz="900" b="0" dirty="0" err="1">
                          <a:solidFill>
                            <a:schemeClr val="tx1"/>
                          </a:solidFill>
                        </a:rPr>
                        <a:t>Direction</a:t>
                      </a:r>
                      <a:r>
                        <a:rPr lang="hu-HU" sz="900" b="0" dirty="0">
                          <a:solidFill>
                            <a:schemeClr val="tx1"/>
                          </a:solidFill>
                        </a:rPr>
                        <a:t> &lt;</a:t>
                      </a:r>
                      <a:r>
                        <a:rPr lang="hu-HU" sz="900" b="0" dirty="0" err="1">
                          <a:solidFill>
                            <a:schemeClr val="tx1"/>
                          </a:solidFill>
                        </a:rPr>
                        <a:t>enum</a:t>
                      </a:r>
                      <a:r>
                        <a:rPr lang="hu-HU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509507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 x: int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 y: int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(1, 0),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(0, 1),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(-1, 0),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(0, -1);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30796">
                <a:tc>
                  <a:txBody>
                    <a:bodyPr/>
                    <a:lstStyle/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Direction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(int x, int y)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79" name="Táblázat 78">
            <a:extLst>
              <a:ext uri="{FF2B5EF4-FFF2-40B4-BE49-F238E27FC236}">
                <a16:creationId xmlns:a16="http://schemas.microsoft.com/office/drawing/2014/main" id="{ADE053AB-F896-E19E-53EC-8BB0E71B7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175556"/>
              </p:ext>
            </p:extLst>
          </p:nvPr>
        </p:nvGraphicFramePr>
        <p:xfrm>
          <a:off x="11900304" y="10316899"/>
          <a:ext cx="1639386" cy="138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386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30796">
                <a:tc>
                  <a:txBody>
                    <a:bodyPr/>
                    <a:lstStyle/>
                    <a:p>
                      <a:pPr algn="ctr"/>
                      <a:r>
                        <a:rPr lang="hu-HU" sz="900" b="0" dirty="0" err="1">
                          <a:solidFill>
                            <a:schemeClr val="tx1"/>
                          </a:solidFill>
                        </a:rPr>
                        <a:t>ScoreBoard</a:t>
                      </a:r>
                      <a:endParaRPr lang="hu-HU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509507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score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: int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topScore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: int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gameOver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648862">
                <a:tc>
                  <a:txBody>
                    <a:bodyPr/>
                    <a:lstStyle/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reset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setGameOver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setTopScore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(int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topScore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setTopScore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82" name="Táblázat 81">
            <a:extLst>
              <a:ext uri="{FF2B5EF4-FFF2-40B4-BE49-F238E27FC236}">
                <a16:creationId xmlns:a16="http://schemas.microsoft.com/office/drawing/2014/main" id="{C5B2D206-308F-0167-A1DA-41C45EDBB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55519"/>
              </p:ext>
            </p:extLst>
          </p:nvPr>
        </p:nvGraphicFramePr>
        <p:xfrm>
          <a:off x="13471297" y="12508704"/>
          <a:ext cx="1904019" cy="111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019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30796">
                <a:tc>
                  <a:txBody>
                    <a:bodyPr/>
                    <a:lstStyle/>
                    <a:p>
                      <a:pPr algn="ctr"/>
                      <a:r>
                        <a:rPr lang="hu-HU" sz="900" b="0" dirty="0" err="1">
                          <a:solidFill>
                            <a:schemeClr val="tx1"/>
                          </a:solidFill>
                        </a:rPr>
                        <a:t>GameConstants</a:t>
                      </a:r>
                      <a:endParaRPr lang="hu-HU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648862">
                <a:tc>
                  <a:txBody>
                    <a:bodyPr/>
                    <a:lstStyle/>
                    <a:p>
                      <a:r>
                        <a:rPr lang="hu-HU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static final int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BOARD_SIZE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hu-HU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b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static final int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-1;</a:t>
                      </a:r>
                      <a:b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static final int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BORDER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-2;</a:t>
                      </a:r>
                      <a:b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final int </a:t>
                      </a:r>
                      <a:r>
                        <a:rPr lang="en-US" sz="9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APPLE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1;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30796">
                <a:tc>
                  <a:txBody>
                    <a:bodyPr/>
                    <a:lstStyle/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GameConstants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83" name="Táblázat 82">
            <a:extLst>
              <a:ext uri="{FF2B5EF4-FFF2-40B4-BE49-F238E27FC236}">
                <a16:creationId xmlns:a16="http://schemas.microsoft.com/office/drawing/2014/main" id="{1F860188-ABDB-2107-B76C-C173934A9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72872"/>
              </p:ext>
            </p:extLst>
          </p:nvPr>
        </p:nvGraphicFramePr>
        <p:xfrm>
          <a:off x="18362839" y="8457211"/>
          <a:ext cx="2579194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194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SnakeLogic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Grids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: int[][]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Snake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Snake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Scoreboard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Scoreboard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SnakeBoard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SnakeLogic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snakelogic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startNewGame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endofgame()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Initgrid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Updategrid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Applespawn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Stonespawn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Onstone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initScoreBoard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saveScoreIfGreaterThan0()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84" name="Táblázat 83">
            <a:extLst>
              <a:ext uri="{FF2B5EF4-FFF2-40B4-BE49-F238E27FC236}">
                <a16:creationId xmlns:a16="http://schemas.microsoft.com/office/drawing/2014/main" id="{44E1B17C-BC58-D068-4D10-42FDDD78A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966050"/>
              </p:ext>
            </p:extLst>
          </p:nvPr>
        </p:nvGraphicFramePr>
        <p:xfrm>
          <a:off x="18974596" y="12002100"/>
          <a:ext cx="2934683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4683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Snake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Positions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ArrayList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Coordinate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&gt;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Facing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Direction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setter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 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canMove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wouldBump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spawn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onSnake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86" name="Egyenes összekötő nyíllal 85">
            <a:extLst>
              <a:ext uri="{FF2B5EF4-FFF2-40B4-BE49-F238E27FC236}">
                <a16:creationId xmlns:a16="http://schemas.microsoft.com/office/drawing/2014/main" id="{4578A343-2BD8-500B-66CC-8ADC12DF0C2D}"/>
              </a:ext>
            </a:extLst>
          </p:cNvPr>
          <p:cNvCxnSpPr>
            <a:cxnSpLocks/>
            <a:stCxn id="37" idx="2"/>
            <a:endCxn id="62" idx="0"/>
          </p:cNvCxnSpPr>
          <p:nvPr/>
        </p:nvCxnSpPr>
        <p:spPr>
          <a:xfrm>
            <a:off x="16105446" y="8228012"/>
            <a:ext cx="1" cy="491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gyenes összekötő nyíllal 89">
            <a:extLst>
              <a:ext uri="{FF2B5EF4-FFF2-40B4-BE49-F238E27FC236}">
                <a16:creationId xmlns:a16="http://schemas.microsoft.com/office/drawing/2014/main" id="{984848CF-6D6E-FC5C-E94C-B157BA41A13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 flipV="1">
            <a:off x="17871757" y="10122613"/>
            <a:ext cx="491081" cy="6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Egyenes összekötő nyíllal 92">
            <a:extLst>
              <a:ext uri="{FF2B5EF4-FFF2-40B4-BE49-F238E27FC236}">
                <a16:creationId xmlns:a16="http://schemas.microsoft.com/office/drawing/2014/main" id="{58C58930-CDEC-1B8C-32A6-4F38097FEC5E}"/>
              </a:ext>
            </a:extLst>
          </p:cNvPr>
          <p:cNvCxnSpPr>
            <a:cxnSpLocks/>
          </p:cNvCxnSpPr>
          <p:nvPr/>
        </p:nvCxnSpPr>
        <p:spPr>
          <a:xfrm flipV="1">
            <a:off x="15000739" y="11484606"/>
            <a:ext cx="0" cy="1024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Táblázat 95">
            <a:extLst>
              <a:ext uri="{FF2B5EF4-FFF2-40B4-BE49-F238E27FC236}">
                <a16:creationId xmlns:a16="http://schemas.microsoft.com/office/drawing/2014/main" id="{E7294830-032C-1279-4628-148128E6D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771552"/>
              </p:ext>
            </p:extLst>
          </p:nvPr>
        </p:nvGraphicFramePr>
        <p:xfrm>
          <a:off x="21358604" y="10170874"/>
          <a:ext cx="1757711" cy="831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71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30796">
                <a:tc>
                  <a:txBody>
                    <a:bodyPr/>
                    <a:lstStyle/>
                    <a:p>
                      <a:pPr algn="ctr"/>
                      <a:r>
                        <a:rPr lang="hu-HU" sz="900" b="0" dirty="0" err="1">
                          <a:solidFill>
                            <a:schemeClr val="tx1"/>
                          </a:solidFill>
                        </a:rPr>
                        <a:t>Coordinate</a:t>
                      </a:r>
                      <a:endParaRPr lang="hu-HU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70151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 x: int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setter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 y: int {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setter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30796">
                <a:tc>
                  <a:txBody>
                    <a:bodyPr/>
                    <a:lstStyle/>
                    <a:p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Coordinate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(int x, int y)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97" name="Egyenes összekötő nyíllal 96">
            <a:extLst>
              <a:ext uri="{FF2B5EF4-FFF2-40B4-BE49-F238E27FC236}">
                <a16:creationId xmlns:a16="http://schemas.microsoft.com/office/drawing/2014/main" id="{447939D2-A17C-8767-2CD6-CC4282DDCE80}"/>
              </a:ext>
            </a:extLst>
          </p:cNvPr>
          <p:cNvCxnSpPr>
            <a:cxnSpLocks/>
          </p:cNvCxnSpPr>
          <p:nvPr/>
        </p:nvCxnSpPr>
        <p:spPr>
          <a:xfrm>
            <a:off x="13539690" y="10620667"/>
            <a:ext cx="7832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gyenes összekötő nyíllal 99">
            <a:extLst>
              <a:ext uri="{FF2B5EF4-FFF2-40B4-BE49-F238E27FC236}">
                <a16:creationId xmlns:a16="http://schemas.microsoft.com/office/drawing/2014/main" id="{A19BD949-6D09-AC78-D1EE-368C4F43F3C0}"/>
              </a:ext>
            </a:extLst>
          </p:cNvPr>
          <p:cNvCxnSpPr>
            <a:cxnSpLocks/>
          </p:cNvCxnSpPr>
          <p:nvPr/>
        </p:nvCxnSpPr>
        <p:spPr>
          <a:xfrm flipV="1">
            <a:off x="16948528" y="11524580"/>
            <a:ext cx="0" cy="1318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gyenes összekötő nyíllal 101">
            <a:extLst>
              <a:ext uri="{FF2B5EF4-FFF2-40B4-BE49-F238E27FC236}">
                <a16:creationId xmlns:a16="http://schemas.microsoft.com/office/drawing/2014/main" id="{19D16C6C-1DBF-DEFC-422C-BF33066CDB21}"/>
              </a:ext>
            </a:extLst>
          </p:cNvPr>
          <p:cNvCxnSpPr>
            <a:cxnSpLocks/>
          </p:cNvCxnSpPr>
          <p:nvPr/>
        </p:nvCxnSpPr>
        <p:spPr>
          <a:xfrm>
            <a:off x="18491995" y="13239558"/>
            <a:ext cx="4826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Egyenes összekötő nyíllal 103">
            <a:extLst>
              <a:ext uri="{FF2B5EF4-FFF2-40B4-BE49-F238E27FC236}">
                <a16:creationId xmlns:a16="http://schemas.microsoft.com/office/drawing/2014/main" id="{224352D2-4000-35D7-6812-0CD6AA9DAB7C}"/>
              </a:ext>
            </a:extLst>
          </p:cNvPr>
          <p:cNvCxnSpPr>
            <a:cxnSpLocks/>
          </p:cNvCxnSpPr>
          <p:nvPr/>
        </p:nvCxnSpPr>
        <p:spPr>
          <a:xfrm flipV="1">
            <a:off x="19958428" y="11581411"/>
            <a:ext cx="0" cy="420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Egyenes összekötő nyíllal 105">
            <a:extLst>
              <a:ext uri="{FF2B5EF4-FFF2-40B4-BE49-F238E27FC236}">
                <a16:creationId xmlns:a16="http://schemas.microsoft.com/office/drawing/2014/main" id="{D8F6A137-FF8A-E290-7C2B-73E561CBE72B}"/>
              </a:ext>
            </a:extLst>
          </p:cNvPr>
          <p:cNvCxnSpPr>
            <a:cxnSpLocks/>
          </p:cNvCxnSpPr>
          <p:nvPr/>
        </p:nvCxnSpPr>
        <p:spPr>
          <a:xfrm>
            <a:off x="21565394" y="11002617"/>
            <a:ext cx="0" cy="999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5DE066E1-9099-1146-CCF3-172472715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77438"/>
              </p:ext>
            </p:extLst>
          </p:nvPr>
        </p:nvGraphicFramePr>
        <p:xfrm>
          <a:off x="23594786" y="8864281"/>
          <a:ext cx="254315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15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HighScoreDao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-SELECT_ALL_QUERY: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-INSERT_QUERY: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-TOP_HIGH_SCORE_QUERY: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26999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-TOP_10_HIGH_SCORE_QUERY: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-ATTR_NAME_ID: 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26999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-ATTR_NAME_NAME: 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26999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-ATTR_NAME_SCORE: 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getAll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() : List&lt;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HighScore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l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+add(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entity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HighScore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getTopScore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() : int</a:t>
                      </a:r>
                    </a:p>
                    <a:p>
                      <a:pPr algn="l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+getTop10() : 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ArrayList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HighScore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F28CF441-F3AB-9941-5545-C3B70EF64A77}"/>
              </a:ext>
            </a:extLst>
          </p:cNvPr>
          <p:cNvCxnSpPr>
            <a:cxnSpLocks/>
          </p:cNvCxnSpPr>
          <p:nvPr/>
        </p:nvCxnSpPr>
        <p:spPr>
          <a:xfrm flipH="1">
            <a:off x="20881788" y="9252901"/>
            <a:ext cx="27129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894A4117-5EE1-CD8D-A21D-27ABF1C39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03376"/>
              </p:ext>
            </p:extLst>
          </p:nvPr>
        </p:nvGraphicFramePr>
        <p:xfrm>
          <a:off x="23064990" y="7442460"/>
          <a:ext cx="1978885" cy="1075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885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24603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HighScore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marR="0" lvl="0" indent="0" algn="l" defTabSz="26999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324603">
                <a:tc>
                  <a:txBody>
                    <a:bodyPr/>
                    <a:lstStyle/>
                    <a:p>
                      <a:pPr algn="l"/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0EE60075-D8AF-C3D5-F78F-4EEA81B5B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741015"/>
              </p:ext>
            </p:extLst>
          </p:nvPr>
        </p:nvGraphicFramePr>
        <p:xfrm>
          <a:off x="26774902" y="8849042"/>
          <a:ext cx="2543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15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DataSource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dbConnection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PropertiesDataSource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DataSource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getConnection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Connection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getInstance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 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DataSource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1FC7F462-1248-ED89-F6AE-2E5A2A571BC7}"/>
              </a:ext>
            </a:extLst>
          </p:cNvPr>
          <p:cNvCxnSpPr>
            <a:cxnSpLocks/>
          </p:cNvCxnSpPr>
          <p:nvPr/>
        </p:nvCxnSpPr>
        <p:spPr>
          <a:xfrm flipH="1">
            <a:off x="26137937" y="9252901"/>
            <a:ext cx="636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B06CE8FD-F5F4-AC4E-2169-F8C13996C2F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4054432" y="8518386"/>
            <a:ext cx="0" cy="345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áblázat 14">
            <a:extLst>
              <a:ext uri="{FF2B5EF4-FFF2-40B4-BE49-F238E27FC236}">
                <a16:creationId xmlns:a16="http://schemas.microsoft.com/office/drawing/2014/main" id="{3FE7C0BF-C512-A490-2FEB-88AA959DE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135076"/>
              </p:ext>
            </p:extLst>
          </p:nvPr>
        </p:nvGraphicFramePr>
        <p:xfrm>
          <a:off x="22861115" y="6214143"/>
          <a:ext cx="162766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60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abstract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AbstractEntity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getter,setter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DA6F54F1-B0AD-E811-F353-0B0161C2BB8E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3674945" y="7159023"/>
            <a:ext cx="0" cy="282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áblázat 17">
            <a:extLst>
              <a:ext uri="{FF2B5EF4-FFF2-40B4-BE49-F238E27FC236}">
                <a16:creationId xmlns:a16="http://schemas.microsoft.com/office/drawing/2014/main" id="{B180A26A-6A4E-A74B-504B-01B9C3B44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624439"/>
              </p:ext>
            </p:extLst>
          </p:nvPr>
        </p:nvGraphicFramePr>
        <p:xfrm>
          <a:off x="20582645" y="6214143"/>
          <a:ext cx="1723371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37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Identifiable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AF6FCA6A-9303-9ADF-DB7F-56D797DEE7CD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22306016" y="6686583"/>
            <a:ext cx="555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áblázat 22">
            <a:extLst>
              <a:ext uri="{FF2B5EF4-FFF2-40B4-BE49-F238E27FC236}">
                <a16:creationId xmlns:a16="http://schemas.microsoft.com/office/drawing/2014/main" id="{A6FA2A79-F8B1-86D8-1A34-7CCF93139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31368"/>
              </p:ext>
            </p:extLst>
          </p:nvPr>
        </p:nvGraphicFramePr>
        <p:xfrm>
          <a:off x="24873151" y="6297963"/>
          <a:ext cx="146734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42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3491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IEntity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32734">
                <a:tc>
                  <a:txBody>
                    <a:bodyPr/>
                    <a:lstStyle/>
                    <a:p>
                      <a:pPr algn="l"/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getAll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():List&lt;E&gt;</a:t>
                      </a:r>
                    </a:p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Add(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entity:E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CE0A90BB-D2D3-19F2-93B3-969EB56ADE2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25606822" y="7410483"/>
            <a:ext cx="0" cy="145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áblázat 26">
            <a:extLst>
              <a:ext uri="{FF2B5EF4-FFF2-40B4-BE49-F238E27FC236}">
                <a16:creationId xmlns:a16="http://schemas.microsoft.com/office/drawing/2014/main" id="{4A405E13-26F9-6F3A-DB27-6B6AFDBB4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501007"/>
              </p:ext>
            </p:extLst>
          </p:nvPr>
        </p:nvGraphicFramePr>
        <p:xfrm>
          <a:off x="26774901" y="10425904"/>
          <a:ext cx="2543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15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PropertiesDataSource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PropertiesDataSource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getConnection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Connection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6BB7910C-B48F-80AB-6596-2B9E26217ECA}"/>
              </a:ext>
            </a:extLst>
          </p:cNvPr>
          <p:cNvCxnSpPr>
            <a:cxnSpLocks/>
            <a:stCxn id="27" idx="0"/>
            <a:endCxn id="9" idx="2"/>
          </p:cNvCxnSpPr>
          <p:nvPr/>
        </p:nvCxnSpPr>
        <p:spPr>
          <a:xfrm flipV="1">
            <a:off x="28046476" y="10129202"/>
            <a:ext cx="1" cy="296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áblázat 28">
            <a:extLst>
              <a:ext uri="{FF2B5EF4-FFF2-40B4-BE49-F238E27FC236}">
                <a16:creationId xmlns:a16="http://schemas.microsoft.com/office/drawing/2014/main" id="{870F6004-2B6B-60E7-FFDE-7E45C2E8D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624712"/>
              </p:ext>
            </p:extLst>
          </p:nvPr>
        </p:nvGraphicFramePr>
        <p:xfrm>
          <a:off x="26632079" y="7698421"/>
          <a:ext cx="2828798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798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PropertiesReader</a:t>
                      </a:r>
                      <a:endParaRPr lang="hu-HU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PropertiesReader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readProperties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path:String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): 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Properties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3A147785-687A-7D03-B2D0-0084901DB061}"/>
              </a:ext>
            </a:extLst>
          </p:cNvPr>
          <p:cNvCxnSpPr>
            <a:cxnSpLocks/>
            <a:stCxn id="29" idx="2"/>
            <a:endCxn id="9" idx="0"/>
          </p:cNvCxnSpPr>
          <p:nvPr/>
        </p:nvCxnSpPr>
        <p:spPr>
          <a:xfrm flipH="1">
            <a:off x="28046477" y="8643301"/>
            <a:ext cx="1" cy="205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zövegdoboz 1">
            <a:extLst>
              <a:ext uri="{FF2B5EF4-FFF2-40B4-BE49-F238E27FC236}">
                <a16:creationId xmlns:a16="http://schemas.microsoft.com/office/drawing/2014/main" id="{563E35A9-D2DA-9A4E-3B5D-FCF03EB79574}"/>
              </a:ext>
            </a:extLst>
          </p:cNvPr>
          <p:cNvSpPr txBox="1"/>
          <p:nvPr/>
        </p:nvSpPr>
        <p:spPr>
          <a:xfrm>
            <a:off x="13468160" y="10376845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0D7C35D-B3A1-5DEA-2D2D-56F9A91D6EC9}"/>
              </a:ext>
            </a:extLst>
          </p:cNvPr>
          <p:cNvSpPr txBox="1"/>
          <p:nvPr/>
        </p:nvSpPr>
        <p:spPr>
          <a:xfrm>
            <a:off x="15945669" y="818749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AAF4476-1945-03AE-3681-BBD393C20C69}"/>
              </a:ext>
            </a:extLst>
          </p:cNvPr>
          <p:cNvSpPr txBox="1"/>
          <p:nvPr/>
        </p:nvSpPr>
        <p:spPr>
          <a:xfrm>
            <a:off x="18176745" y="9861003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CED1BB4F-E65B-7805-38A8-51E02D4E1738}"/>
              </a:ext>
            </a:extLst>
          </p:cNvPr>
          <p:cNvSpPr txBox="1"/>
          <p:nvPr/>
        </p:nvSpPr>
        <p:spPr>
          <a:xfrm>
            <a:off x="21238839" y="10983140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1..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5D4BFD31-6392-418D-B28B-2CB740C19398}"/>
              </a:ext>
            </a:extLst>
          </p:cNvPr>
          <p:cNvSpPr txBox="1"/>
          <p:nvPr/>
        </p:nvSpPr>
        <p:spPr>
          <a:xfrm>
            <a:off x="13481557" y="10586745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/>
              <a:t>scoreboard</a:t>
            </a:r>
            <a:endParaRPr lang="hu-HU" sz="1100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A6F5B6AA-730F-B3C9-E43C-6DEB806545F8}"/>
              </a:ext>
            </a:extLst>
          </p:cNvPr>
          <p:cNvSpPr txBox="1"/>
          <p:nvPr/>
        </p:nvSpPr>
        <p:spPr>
          <a:xfrm>
            <a:off x="16122383" y="8195601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/>
              <a:t>frame</a:t>
            </a:r>
            <a:endParaRPr lang="hu-HU" sz="1100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2EECD702-608C-FDEF-7AD2-FEF9535D4547}"/>
              </a:ext>
            </a:extLst>
          </p:cNvPr>
          <p:cNvSpPr txBox="1"/>
          <p:nvPr/>
        </p:nvSpPr>
        <p:spPr>
          <a:xfrm>
            <a:off x="17696348" y="10129202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/>
              <a:t>snakelogic</a:t>
            </a:r>
            <a:endParaRPr lang="hu-HU" sz="1100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FD64E544-1AD6-C416-3F67-3424F8643AD2}"/>
              </a:ext>
            </a:extLst>
          </p:cNvPr>
          <p:cNvSpPr txBox="1"/>
          <p:nvPr/>
        </p:nvSpPr>
        <p:spPr>
          <a:xfrm>
            <a:off x="19698420" y="11547735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578034F9-E8CD-DB07-B64B-C26BA1C698E9}"/>
              </a:ext>
            </a:extLst>
          </p:cNvPr>
          <p:cNvSpPr txBox="1"/>
          <p:nvPr/>
        </p:nvSpPr>
        <p:spPr>
          <a:xfrm>
            <a:off x="19935170" y="11564573"/>
            <a:ext cx="5501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/>
              <a:t>snake</a:t>
            </a:r>
            <a:endParaRPr lang="hu-HU" sz="1100" dirty="0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752BA481-B96A-3029-6F74-80983C75FDDC}"/>
              </a:ext>
            </a:extLst>
          </p:cNvPr>
          <p:cNvSpPr txBox="1"/>
          <p:nvPr/>
        </p:nvSpPr>
        <p:spPr>
          <a:xfrm>
            <a:off x="21534817" y="1100022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/>
              <a:t>positions</a:t>
            </a:r>
            <a:endParaRPr lang="hu-HU" sz="1100" dirty="0"/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D7423284-9718-FD48-BC0E-F2D12902884D}"/>
              </a:ext>
            </a:extLst>
          </p:cNvPr>
          <p:cNvSpPr txBox="1"/>
          <p:nvPr/>
        </p:nvSpPr>
        <p:spPr>
          <a:xfrm>
            <a:off x="27809805" y="861536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</a:t>
            </a: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25CB1812-EF69-228C-F593-494E1DA61BDF}"/>
              </a:ext>
            </a:extLst>
          </p:cNvPr>
          <p:cNvSpPr txBox="1"/>
          <p:nvPr/>
        </p:nvSpPr>
        <p:spPr>
          <a:xfrm>
            <a:off x="28036766" y="8619352"/>
            <a:ext cx="10583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/>
              <a:t>dbConnection</a:t>
            </a:r>
            <a:endParaRPr lang="hu-HU" sz="1100" dirty="0"/>
          </a:p>
        </p:txBody>
      </p:sp>
      <p:graphicFrame>
        <p:nvGraphicFramePr>
          <p:cNvPr id="40" name="Táblázat 39">
            <a:extLst>
              <a:ext uri="{FF2B5EF4-FFF2-40B4-BE49-F238E27FC236}">
                <a16:creationId xmlns:a16="http://schemas.microsoft.com/office/drawing/2014/main" id="{BE67F7F0-47B0-342B-2630-8A9271573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65724"/>
              </p:ext>
            </p:extLst>
          </p:nvPr>
        </p:nvGraphicFramePr>
        <p:xfrm>
          <a:off x="12088782" y="8554707"/>
          <a:ext cx="1639386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386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126838">
                <a:tc>
                  <a:txBody>
                    <a:bodyPr/>
                    <a:lstStyle/>
                    <a:p>
                      <a:pPr algn="ctr"/>
                      <a:r>
                        <a:rPr lang="hu-HU" sz="900" b="0" dirty="0" err="1">
                          <a:solidFill>
                            <a:schemeClr val="tx1"/>
                          </a:solidFill>
                        </a:rPr>
                        <a:t>BoardPiece</a:t>
                      </a:r>
                      <a:endParaRPr lang="hu-HU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06762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- x: 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- y: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BoardPiece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x,y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: int)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hu-HU" sz="900" dirty="0" err="1">
                          <a:solidFill>
                            <a:schemeClr val="tx1"/>
                          </a:solidFill>
                        </a:rPr>
                        <a:t>changeColors</a:t>
                      </a:r>
                      <a:r>
                        <a:rPr lang="hu-HU" sz="9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sp>
        <p:nvSpPr>
          <p:cNvPr id="41" name="Szövegdoboz 40">
            <a:extLst>
              <a:ext uri="{FF2B5EF4-FFF2-40B4-BE49-F238E27FC236}">
                <a16:creationId xmlns:a16="http://schemas.microsoft.com/office/drawing/2014/main" id="{6533CC5E-3FF5-9105-8463-79BAB732208B}"/>
              </a:ext>
            </a:extLst>
          </p:cNvPr>
          <p:cNvSpPr txBox="1"/>
          <p:nvPr/>
        </p:nvSpPr>
        <p:spPr>
          <a:xfrm>
            <a:off x="13677976" y="8795591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/>
              <a:t>1..</a:t>
            </a:r>
          </a:p>
        </p:txBody>
      </p:sp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B6ABD01D-78E3-583B-DE80-3509C61D74C4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13728168" y="9034767"/>
            <a:ext cx="6109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459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542</Words>
  <Application>Microsoft Office PowerPoint</Application>
  <PresentationFormat>Egyéni</PresentationFormat>
  <Paragraphs>120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Sándor Kolos Barnabás</dc:creator>
  <cp:lastModifiedBy>Sándor Kolos Barnabás</cp:lastModifiedBy>
  <cp:revision>1</cp:revision>
  <dcterms:created xsi:type="dcterms:W3CDTF">2024-12-09T08:38:01Z</dcterms:created>
  <dcterms:modified xsi:type="dcterms:W3CDTF">2025-01-03T12:51:55Z</dcterms:modified>
</cp:coreProperties>
</file>