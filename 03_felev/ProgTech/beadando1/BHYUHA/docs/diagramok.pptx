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</p:sldIdLst>
  <p:sldSz cx="23039388" cy="12960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3F3"/>
    <a:srgbClr val="F2F2F2"/>
    <a:srgbClr val="FFF2CC"/>
    <a:srgbClr val="FFE699"/>
    <a:srgbClr val="500000"/>
    <a:srgbClr val="CCFFFF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468C8A-9D87-4374-A7AF-8440159CE76F}" v="260" dt="2024-05-15T20:22:46.2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961" autoAdjust="0"/>
  </p:normalViewPr>
  <p:slideViewPr>
    <p:cSldViewPr snapToGrid="0">
      <p:cViewPr>
        <p:scale>
          <a:sx n="100" d="100"/>
          <a:sy n="100" d="100"/>
        </p:scale>
        <p:origin x="72" y="-1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ándor Kolos Barnabás" userId="2a2e4dee-3678-42a9-bb81-c80911c96718" providerId="ADAL" clId="{34468C8A-9D87-4374-A7AF-8440159CE76F}"/>
    <pc:docChg chg="undo custSel addSld delSld modSld">
      <pc:chgData name="Sándor Kolos Barnabás" userId="2a2e4dee-3678-42a9-bb81-c80911c96718" providerId="ADAL" clId="{34468C8A-9D87-4374-A7AF-8440159CE76F}" dt="2024-05-15T20:23:24.350" v="2763" actId="1076"/>
      <pc:docMkLst>
        <pc:docMk/>
      </pc:docMkLst>
      <pc:sldChg chg="addSp delSp modSp mod">
        <pc:chgData name="Sándor Kolos Barnabás" userId="2a2e4dee-3678-42a9-bb81-c80911c96718" providerId="ADAL" clId="{34468C8A-9D87-4374-A7AF-8440159CE76F}" dt="2024-05-15T17:39:05.236" v="1639" actId="1076"/>
        <pc:sldMkLst>
          <pc:docMk/>
          <pc:sldMk cId="3306127351" sldId="256"/>
        </pc:sldMkLst>
        <pc:spChg chg="add mod">
          <ac:chgData name="Sándor Kolos Barnabás" userId="2a2e4dee-3678-42a9-bb81-c80911c96718" providerId="ADAL" clId="{34468C8A-9D87-4374-A7AF-8440159CE76F}" dt="2024-05-13T21:37:19.407" v="1513" actId="1076"/>
          <ac:spMkLst>
            <pc:docMk/>
            <pc:sldMk cId="3306127351" sldId="256"/>
            <ac:spMk id="13" creationId="{DD9C088D-FA0A-ADB9-F478-B47B70B879D9}"/>
          </ac:spMkLst>
        </pc:spChg>
        <pc:spChg chg="add del mod">
          <ac:chgData name="Sándor Kolos Barnabás" userId="2a2e4dee-3678-42a9-bb81-c80911c96718" providerId="ADAL" clId="{34468C8A-9D87-4374-A7AF-8440159CE76F}" dt="2024-05-13T19:00:26.271" v="221" actId="478"/>
          <ac:spMkLst>
            <pc:docMk/>
            <pc:sldMk cId="3306127351" sldId="256"/>
            <ac:spMk id="14" creationId="{51F9B404-C303-5DCE-605B-C0A3312E16CD}"/>
          </ac:spMkLst>
        </pc:spChg>
        <pc:spChg chg="add mod">
          <ac:chgData name="Sándor Kolos Barnabás" userId="2a2e4dee-3678-42a9-bb81-c80911c96718" providerId="ADAL" clId="{34468C8A-9D87-4374-A7AF-8440159CE76F}" dt="2024-05-13T19:01:07.299" v="238"/>
          <ac:spMkLst>
            <pc:docMk/>
            <pc:sldMk cId="3306127351" sldId="256"/>
            <ac:spMk id="15" creationId="{A5CB0BE7-0931-8A7B-FAF6-1E87E882FC9D}"/>
          </ac:spMkLst>
        </pc:spChg>
        <pc:spChg chg="add mod">
          <ac:chgData name="Sándor Kolos Barnabás" userId="2a2e4dee-3678-42a9-bb81-c80911c96718" providerId="ADAL" clId="{34468C8A-9D87-4374-A7AF-8440159CE76F}" dt="2024-05-13T21:38:09.696" v="1522" actId="1076"/>
          <ac:spMkLst>
            <pc:docMk/>
            <pc:sldMk cId="3306127351" sldId="256"/>
            <ac:spMk id="16" creationId="{30208690-6E87-B9BB-278B-073BB3510B00}"/>
          </ac:spMkLst>
        </pc:spChg>
        <pc:spChg chg="add mod">
          <ac:chgData name="Sándor Kolos Barnabás" userId="2a2e4dee-3678-42a9-bb81-c80911c96718" providerId="ADAL" clId="{34468C8A-9D87-4374-A7AF-8440159CE76F}" dt="2024-05-13T21:38:13.949" v="1523" actId="1076"/>
          <ac:spMkLst>
            <pc:docMk/>
            <pc:sldMk cId="3306127351" sldId="256"/>
            <ac:spMk id="17" creationId="{693B1D60-3DF1-D209-B9A9-A4673A7F5273}"/>
          </ac:spMkLst>
        </pc:spChg>
        <pc:spChg chg="add mod">
          <ac:chgData name="Sándor Kolos Barnabás" userId="2a2e4dee-3678-42a9-bb81-c80911c96718" providerId="ADAL" clId="{34468C8A-9D87-4374-A7AF-8440159CE76F}" dt="2024-05-13T21:37:19.407" v="1513" actId="1076"/>
          <ac:spMkLst>
            <pc:docMk/>
            <pc:sldMk cId="3306127351" sldId="256"/>
            <ac:spMk id="18" creationId="{391C3386-5E75-0BFE-D9E5-80E0B338C23D}"/>
          </ac:spMkLst>
        </pc:spChg>
        <pc:spChg chg="add mod">
          <ac:chgData name="Sándor Kolos Barnabás" userId="2a2e4dee-3678-42a9-bb81-c80911c96718" providerId="ADAL" clId="{34468C8A-9D87-4374-A7AF-8440159CE76F}" dt="2024-05-13T21:38:09.696" v="1522" actId="1076"/>
          <ac:spMkLst>
            <pc:docMk/>
            <pc:sldMk cId="3306127351" sldId="256"/>
            <ac:spMk id="21" creationId="{520D9635-ABB5-173A-EC7F-F10F7F766340}"/>
          </ac:spMkLst>
        </pc:spChg>
        <pc:spChg chg="add mod">
          <ac:chgData name="Sándor Kolos Barnabás" userId="2a2e4dee-3678-42a9-bb81-c80911c96718" providerId="ADAL" clId="{34468C8A-9D87-4374-A7AF-8440159CE76F}" dt="2024-05-13T21:38:13.949" v="1523" actId="1076"/>
          <ac:spMkLst>
            <pc:docMk/>
            <pc:sldMk cId="3306127351" sldId="256"/>
            <ac:spMk id="23" creationId="{303D7BB4-AF38-7241-70CA-6D5C271E21A7}"/>
          </ac:spMkLst>
        </pc:spChg>
        <pc:spChg chg="add mod">
          <ac:chgData name="Sándor Kolos Barnabás" userId="2a2e4dee-3678-42a9-bb81-c80911c96718" providerId="ADAL" clId="{34468C8A-9D87-4374-A7AF-8440159CE76F}" dt="2024-05-13T20:07:09.070" v="753" actId="1076"/>
          <ac:spMkLst>
            <pc:docMk/>
            <pc:sldMk cId="3306127351" sldId="256"/>
            <ac:spMk id="44" creationId="{E5B58233-2CB6-9F7F-1D36-7758FCDABF79}"/>
          </ac:spMkLst>
        </pc:spChg>
        <pc:spChg chg="add mod">
          <ac:chgData name="Sándor Kolos Barnabás" userId="2a2e4dee-3678-42a9-bb81-c80911c96718" providerId="ADAL" clId="{34468C8A-9D87-4374-A7AF-8440159CE76F}" dt="2024-05-13T20:34:22.269" v="1124" actId="1076"/>
          <ac:spMkLst>
            <pc:docMk/>
            <pc:sldMk cId="3306127351" sldId="256"/>
            <ac:spMk id="56" creationId="{DE50EAD1-B36F-4DF8-3694-7C7DBA2771AE}"/>
          </ac:spMkLst>
        </pc:spChg>
        <pc:spChg chg="add mod">
          <ac:chgData name="Sándor Kolos Barnabás" userId="2a2e4dee-3678-42a9-bb81-c80911c96718" providerId="ADAL" clId="{34468C8A-9D87-4374-A7AF-8440159CE76F}" dt="2024-05-13T20:10:54.497" v="808" actId="1076"/>
          <ac:spMkLst>
            <pc:docMk/>
            <pc:sldMk cId="3306127351" sldId="256"/>
            <ac:spMk id="62" creationId="{38FEEF1A-C82D-5792-9F41-62E0AA3D270B}"/>
          </ac:spMkLst>
        </pc:spChg>
        <pc:spChg chg="add mod">
          <ac:chgData name="Sándor Kolos Barnabás" userId="2a2e4dee-3678-42a9-bb81-c80911c96718" providerId="ADAL" clId="{34468C8A-9D87-4374-A7AF-8440159CE76F}" dt="2024-05-13T20:10:54.497" v="808" actId="1076"/>
          <ac:spMkLst>
            <pc:docMk/>
            <pc:sldMk cId="3306127351" sldId="256"/>
            <ac:spMk id="64" creationId="{A2016472-330E-E9F5-6145-E0F3A607DE26}"/>
          </ac:spMkLst>
        </pc:spChg>
        <pc:spChg chg="add mod">
          <ac:chgData name="Sándor Kolos Barnabás" userId="2a2e4dee-3678-42a9-bb81-c80911c96718" providerId="ADAL" clId="{34468C8A-9D87-4374-A7AF-8440159CE76F}" dt="2024-05-13T20:10:54.497" v="808" actId="1076"/>
          <ac:spMkLst>
            <pc:docMk/>
            <pc:sldMk cId="3306127351" sldId="256"/>
            <ac:spMk id="66" creationId="{632B88BA-D440-7D54-7FE0-D83401A80DAB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85" creationId="{FD6B9041-CB25-9E6F-BD51-FD67F715A7AE}"/>
          </ac:spMkLst>
        </pc:spChg>
        <pc:spChg chg="add mod">
          <ac:chgData name="Sándor Kolos Barnabás" userId="2a2e4dee-3678-42a9-bb81-c80911c96718" providerId="ADAL" clId="{34468C8A-9D87-4374-A7AF-8440159CE76F}" dt="2024-05-13T20:14:13.015" v="847" actId="1076"/>
          <ac:spMkLst>
            <pc:docMk/>
            <pc:sldMk cId="3306127351" sldId="256"/>
            <ac:spMk id="89" creationId="{EF15393B-6C01-D17D-E723-761E847BE269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91" creationId="{0259DFF2-CEF1-00F7-8FD2-314736161A0F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92" creationId="{E73DB897-6D96-D8D7-CB53-73496A986018}"/>
          </ac:spMkLst>
        </pc:spChg>
        <pc:spChg chg="add del mod">
          <ac:chgData name="Sándor Kolos Barnabás" userId="2a2e4dee-3678-42a9-bb81-c80911c96718" providerId="ADAL" clId="{34468C8A-9D87-4374-A7AF-8440159CE76F}" dt="2024-05-13T20:16:22.705" v="863" actId="478"/>
          <ac:spMkLst>
            <pc:docMk/>
            <pc:sldMk cId="3306127351" sldId="256"/>
            <ac:spMk id="94" creationId="{62D2AEC6-D1E7-37D2-21A8-AE41083409CB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95" creationId="{F1450587-DA0B-1C9C-03EE-8CA47E8C0FD2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96" creationId="{57E42381-D8E0-67D3-EFC7-2EDC0E1C5993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97" creationId="{9436305F-E984-41BE-6E78-A7D8FFBC01C6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98" creationId="{72CE79D6-D868-3724-CB51-AE328288D123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99" creationId="{A8E57366-2677-72D7-67BB-3E90C232F934}"/>
          </ac:spMkLst>
        </pc:spChg>
        <pc:spChg chg="add del mod">
          <ac:chgData name="Sándor Kolos Barnabás" userId="2a2e4dee-3678-42a9-bb81-c80911c96718" providerId="ADAL" clId="{34468C8A-9D87-4374-A7AF-8440159CE76F}" dt="2024-05-13T20:28:36.573" v="1049" actId="478"/>
          <ac:spMkLst>
            <pc:docMk/>
            <pc:sldMk cId="3306127351" sldId="256"/>
            <ac:spMk id="100" creationId="{42A84282-9546-EE74-84A0-F61B2A736983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107" creationId="{ED12D00E-C469-4B45-090E-44E3842EF529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117" creationId="{C79F081D-A886-1EDA-1FD0-884BDDC26EC7}"/>
          </ac:spMkLst>
        </pc:spChg>
        <pc:spChg chg="add mod">
          <ac:chgData name="Sándor Kolos Barnabás" userId="2a2e4dee-3678-42a9-bb81-c80911c96718" providerId="ADAL" clId="{34468C8A-9D87-4374-A7AF-8440159CE76F}" dt="2024-05-13T20:23:52.989" v="942" actId="1076"/>
          <ac:spMkLst>
            <pc:docMk/>
            <pc:sldMk cId="3306127351" sldId="256"/>
            <ac:spMk id="138" creationId="{84C92443-1E3E-8D56-57A7-80ADCCE51BE9}"/>
          </ac:spMkLst>
        </pc:spChg>
        <pc:spChg chg="add mod">
          <ac:chgData name="Sándor Kolos Barnabás" userId="2a2e4dee-3678-42a9-bb81-c80911c96718" providerId="ADAL" clId="{34468C8A-9D87-4374-A7AF-8440159CE76F}" dt="2024-05-13T20:23:52.989" v="942" actId="1076"/>
          <ac:spMkLst>
            <pc:docMk/>
            <pc:sldMk cId="3306127351" sldId="256"/>
            <ac:spMk id="139" creationId="{CC4A9558-1028-8CAD-CEFA-E02ABA33E6EE}"/>
          </ac:spMkLst>
        </pc:spChg>
        <pc:spChg chg="add mod">
          <ac:chgData name="Sándor Kolos Barnabás" userId="2a2e4dee-3678-42a9-bb81-c80911c96718" providerId="ADAL" clId="{34468C8A-9D87-4374-A7AF-8440159CE76F}" dt="2024-05-13T20:23:52.989" v="942" actId="1076"/>
          <ac:spMkLst>
            <pc:docMk/>
            <pc:sldMk cId="3306127351" sldId="256"/>
            <ac:spMk id="140" creationId="{BA6F50F0-2690-9352-FAD2-951CDFEFD6CF}"/>
          </ac:spMkLst>
        </pc:spChg>
        <pc:spChg chg="add mod">
          <ac:chgData name="Sándor Kolos Barnabás" userId="2a2e4dee-3678-42a9-bb81-c80911c96718" providerId="ADAL" clId="{34468C8A-9D87-4374-A7AF-8440159CE76F}" dt="2024-05-13T20:23:52.989" v="942" actId="1076"/>
          <ac:spMkLst>
            <pc:docMk/>
            <pc:sldMk cId="3306127351" sldId="256"/>
            <ac:spMk id="141" creationId="{149A91C1-C34E-6121-7F7B-88AE0FB84322}"/>
          </ac:spMkLst>
        </pc:spChg>
        <pc:spChg chg="add mod">
          <ac:chgData name="Sándor Kolos Barnabás" userId="2a2e4dee-3678-42a9-bb81-c80911c96718" providerId="ADAL" clId="{34468C8A-9D87-4374-A7AF-8440159CE76F}" dt="2024-05-13T20:23:52.989" v="942" actId="1076"/>
          <ac:spMkLst>
            <pc:docMk/>
            <pc:sldMk cId="3306127351" sldId="256"/>
            <ac:spMk id="142" creationId="{3A393040-3F73-E249-6F23-02CC712CE24D}"/>
          </ac:spMkLst>
        </pc:spChg>
        <pc:spChg chg="add mod">
          <ac:chgData name="Sándor Kolos Barnabás" userId="2a2e4dee-3678-42a9-bb81-c80911c96718" providerId="ADAL" clId="{34468C8A-9D87-4374-A7AF-8440159CE76F}" dt="2024-05-13T20:23:52.989" v="942" actId="1076"/>
          <ac:spMkLst>
            <pc:docMk/>
            <pc:sldMk cId="3306127351" sldId="256"/>
            <ac:spMk id="143" creationId="{89DCE8C4-7875-7756-34BA-133227D425CD}"/>
          </ac:spMkLst>
        </pc:spChg>
        <pc:spChg chg="add mod">
          <ac:chgData name="Sándor Kolos Barnabás" userId="2a2e4dee-3678-42a9-bb81-c80911c96718" providerId="ADAL" clId="{34468C8A-9D87-4374-A7AF-8440159CE76F}" dt="2024-05-13T20:23:52.989" v="942" actId="1076"/>
          <ac:spMkLst>
            <pc:docMk/>
            <pc:sldMk cId="3306127351" sldId="256"/>
            <ac:spMk id="144" creationId="{7D12C971-C08A-3B41-B32B-63FB7D28634F}"/>
          </ac:spMkLst>
        </pc:spChg>
        <pc:spChg chg="add mod">
          <ac:chgData name="Sándor Kolos Barnabás" userId="2a2e4dee-3678-42a9-bb81-c80911c96718" providerId="ADAL" clId="{34468C8A-9D87-4374-A7AF-8440159CE76F}" dt="2024-05-13T20:36:13.846" v="1149" actId="1076"/>
          <ac:spMkLst>
            <pc:docMk/>
            <pc:sldMk cId="3306127351" sldId="256"/>
            <ac:spMk id="145" creationId="{EBA80E62-FCFB-4F0D-8240-16D11F55C3C1}"/>
          </ac:spMkLst>
        </pc:spChg>
        <pc:spChg chg="add mod">
          <ac:chgData name="Sándor Kolos Barnabás" userId="2a2e4dee-3678-42a9-bb81-c80911c96718" providerId="ADAL" clId="{34468C8A-9D87-4374-A7AF-8440159CE76F}" dt="2024-05-13T20:36:13.846" v="1149" actId="1076"/>
          <ac:spMkLst>
            <pc:docMk/>
            <pc:sldMk cId="3306127351" sldId="256"/>
            <ac:spMk id="154" creationId="{D3391E06-A649-56B2-00C5-073C75080D82}"/>
          </ac:spMkLst>
        </pc:spChg>
        <pc:spChg chg="add mod">
          <ac:chgData name="Sándor Kolos Barnabás" userId="2a2e4dee-3678-42a9-bb81-c80911c96718" providerId="ADAL" clId="{34468C8A-9D87-4374-A7AF-8440159CE76F}" dt="2024-05-13T20:36:13.846" v="1149" actId="1076"/>
          <ac:spMkLst>
            <pc:docMk/>
            <pc:sldMk cId="3306127351" sldId="256"/>
            <ac:spMk id="159" creationId="{9704C54B-C84E-7316-6C8E-D8FEBFFCA2B1}"/>
          </ac:spMkLst>
        </pc:spChg>
        <pc:spChg chg="add del mod">
          <ac:chgData name="Sándor Kolos Barnabás" userId="2a2e4dee-3678-42a9-bb81-c80911c96718" providerId="ADAL" clId="{34468C8A-9D87-4374-A7AF-8440159CE76F}" dt="2024-05-13T20:36:13.846" v="1149" actId="1076"/>
          <ac:spMkLst>
            <pc:docMk/>
            <pc:sldMk cId="3306127351" sldId="256"/>
            <ac:spMk id="162" creationId="{AE7CD4F7-05CF-5D10-B358-A8291CCB4CF1}"/>
          </ac:spMkLst>
        </pc:spChg>
        <pc:spChg chg="add mod">
          <ac:chgData name="Sándor Kolos Barnabás" userId="2a2e4dee-3678-42a9-bb81-c80911c96718" providerId="ADAL" clId="{34468C8A-9D87-4374-A7AF-8440159CE76F}" dt="2024-05-13T20:36:13.846" v="1149" actId="1076"/>
          <ac:spMkLst>
            <pc:docMk/>
            <pc:sldMk cId="3306127351" sldId="256"/>
            <ac:spMk id="166" creationId="{17B22BB5-61F4-80E0-8E80-011D69351229}"/>
          </ac:spMkLst>
        </pc:spChg>
        <pc:spChg chg="add mod">
          <ac:chgData name="Sándor Kolos Barnabás" userId="2a2e4dee-3678-42a9-bb81-c80911c96718" providerId="ADAL" clId="{34468C8A-9D87-4374-A7AF-8440159CE76F}" dt="2024-05-13T20:36:13.846" v="1149" actId="1076"/>
          <ac:spMkLst>
            <pc:docMk/>
            <pc:sldMk cId="3306127351" sldId="256"/>
            <ac:spMk id="171" creationId="{CB3837D2-4D7D-6500-9FE0-BB03F058D59B}"/>
          </ac:spMkLst>
        </pc:spChg>
        <pc:spChg chg="add mod">
          <ac:chgData name="Sándor Kolos Barnabás" userId="2a2e4dee-3678-42a9-bb81-c80911c96718" providerId="ADAL" clId="{34468C8A-9D87-4374-A7AF-8440159CE76F}" dt="2024-05-13T21:44:40.273" v="1575" actId="207"/>
          <ac:spMkLst>
            <pc:docMk/>
            <pc:sldMk cId="3306127351" sldId="256"/>
            <ac:spMk id="175" creationId="{300EE5D0-99F7-1C4D-B031-092687B7D343}"/>
          </ac:spMkLst>
        </pc:spChg>
        <pc:spChg chg="add mod">
          <ac:chgData name="Sándor Kolos Barnabás" userId="2a2e4dee-3678-42a9-bb81-c80911c96718" providerId="ADAL" clId="{34468C8A-9D87-4374-A7AF-8440159CE76F}" dt="2024-05-13T20:34:30.091" v="1126" actId="1076"/>
          <ac:spMkLst>
            <pc:docMk/>
            <pc:sldMk cId="3306127351" sldId="256"/>
            <ac:spMk id="182" creationId="{8045D87F-7C75-2C63-21AE-FC3C40CCFA84}"/>
          </ac:spMkLst>
        </pc:spChg>
        <pc:spChg chg="add mod">
          <ac:chgData name="Sándor Kolos Barnabás" userId="2a2e4dee-3678-42a9-bb81-c80911c96718" providerId="ADAL" clId="{34468C8A-9D87-4374-A7AF-8440159CE76F}" dt="2024-05-13T20:36:13.846" v="1149" actId="1076"/>
          <ac:spMkLst>
            <pc:docMk/>
            <pc:sldMk cId="3306127351" sldId="256"/>
            <ac:spMk id="183" creationId="{E3E4F7ED-811F-06B0-1DE9-7189EE648519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207" creationId="{16278DA7-338C-4633-986B-1F5F0B8FF506}"/>
          </ac:spMkLst>
        </pc:spChg>
        <pc:spChg chg="add mod">
          <ac:chgData name="Sándor Kolos Barnabás" userId="2a2e4dee-3678-42a9-bb81-c80911c96718" providerId="ADAL" clId="{34468C8A-9D87-4374-A7AF-8440159CE76F}" dt="2024-05-15T17:38:14.196" v="1620" actId="20577"/>
          <ac:spMkLst>
            <pc:docMk/>
            <pc:sldMk cId="3306127351" sldId="256"/>
            <ac:spMk id="208" creationId="{A2501627-05DD-7335-2CAC-B7AEC4E76768}"/>
          </ac:spMkLst>
        </pc:spChg>
        <pc:spChg chg="add mod">
          <ac:chgData name="Sándor Kolos Barnabás" userId="2a2e4dee-3678-42a9-bb81-c80911c96718" providerId="ADAL" clId="{34468C8A-9D87-4374-A7AF-8440159CE76F}" dt="2024-05-15T17:38:10.861" v="1616" actId="20577"/>
          <ac:spMkLst>
            <pc:docMk/>
            <pc:sldMk cId="3306127351" sldId="256"/>
            <ac:spMk id="209" creationId="{86D1FA1A-927D-84BA-448A-F3FE073CF13D}"/>
          </ac:spMkLst>
        </pc:spChg>
        <pc:spChg chg="add mod">
          <ac:chgData name="Sándor Kolos Barnabás" userId="2a2e4dee-3678-42a9-bb81-c80911c96718" providerId="ADAL" clId="{34468C8A-9D87-4374-A7AF-8440159CE76F}" dt="2024-05-13T20:46:31.079" v="1344" actId="14100"/>
          <ac:spMkLst>
            <pc:docMk/>
            <pc:sldMk cId="3306127351" sldId="256"/>
            <ac:spMk id="248" creationId="{ADCF7CC1-DFC7-8BEC-83F8-70DF87BDCF40}"/>
          </ac:spMkLst>
        </pc:spChg>
        <pc:spChg chg="add mod">
          <ac:chgData name="Sándor Kolos Barnabás" userId="2a2e4dee-3678-42a9-bb81-c80911c96718" providerId="ADAL" clId="{34468C8A-9D87-4374-A7AF-8440159CE76F}" dt="2024-05-13T20:43:53.749" v="1313" actId="1076"/>
          <ac:spMkLst>
            <pc:docMk/>
            <pc:sldMk cId="3306127351" sldId="256"/>
            <ac:spMk id="249" creationId="{FF5095F5-6962-D10C-EF4F-5BD7341B4E0E}"/>
          </ac:spMkLst>
        </pc:spChg>
        <pc:spChg chg="add mod">
          <ac:chgData name="Sándor Kolos Barnabás" userId="2a2e4dee-3678-42a9-bb81-c80911c96718" providerId="ADAL" clId="{34468C8A-9D87-4374-A7AF-8440159CE76F}" dt="2024-05-13T20:43:53.749" v="1313" actId="1076"/>
          <ac:spMkLst>
            <pc:docMk/>
            <pc:sldMk cId="3306127351" sldId="256"/>
            <ac:spMk id="251" creationId="{6CA06CBD-3DA1-22D3-A76D-87D830CB03F7}"/>
          </ac:spMkLst>
        </pc:spChg>
        <pc:spChg chg="add mod">
          <ac:chgData name="Sándor Kolos Barnabás" userId="2a2e4dee-3678-42a9-bb81-c80911c96718" providerId="ADAL" clId="{34468C8A-9D87-4374-A7AF-8440159CE76F}" dt="2024-05-13T20:43:53.749" v="1313" actId="1076"/>
          <ac:spMkLst>
            <pc:docMk/>
            <pc:sldMk cId="3306127351" sldId="256"/>
            <ac:spMk id="252" creationId="{54CCCA15-88E2-0414-377A-8227CB377379}"/>
          </ac:spMkLst>
        </pc:spChg>
        <pc:spChg chg="add mod">
          <ac:chgData name="Sándor Kolos Barnabás" userId="2a2e4dee-3678-42a9-bb81-c80911c96718" providerId="ADAL" clId="{34468C8A-9D87-4374-A7AF-8440159CE76F}" dt="2024-05-13T20:43:53.749" v="1313" actId="1076"/>
          <ac:spMkLst>
            <pc:docMk/>
            <pc:sldMk cId="3306127351" sldId="256"/>
            <ac:spMk id="253" creationId="{14B924EF-03AE-0C60-A7EE-47FE629032DF}"/>
          </ac:spMkLst>
        </pc:spChg>
        <pc:spChg chg="add mod">
          <ac:chgData name="Sándor Kolos Barnabás" userId="2a2e4dee-3678-42a9-bb81-c80911c96718" providerId="ADAL" clId="{34468C8A-9D87-4374-A7AF-8440159CE76F}" dt="2024-05-13T20:43:53.749" v="1313" actId="1076"/>
          <ac:spMkLst>
            <pc:docMk/>
            <pc:sldMk cId="3306127351" sldId="256"/>
            <ac:spMk id="254" creationId="{8801830A-210D-0C84-38ED-05D07BD2139F}"/>
          </ac:spMkLst>
        </pc:spChg>
        <pc:spChg chg="add mod">
          <ac:chgData name="Sándor Kolos Barnabás" userId="2a2e4dee-3678-42a9-bb81-c80911c96718" providerId="ADAL" clId="{34468C8A-9D87-4374-A7AF-8440159CE76F}" dt="2024-05-13T20:43:53.749" v="1313" actId="1076"/>
          <ac:spMkLst>
            <pc:docMk/>
            <pc:sldMk cId="3306127351" sldId="256"/>
            <ac:spMk id="255" creationId="{686822D5-5663-603E-1A14-2C9B981A0781}"/>
          </ac:spMkLst>
        </pc:spChg>
        <pc:spChg chg="add mod">
          <ac:chgData name="Sándor Kolos Barnabás" userId="2a2e4dee-3678-42a9-bb81-c80911c96718" providerId="ADAL" clId="{34468C8A-9D87-4374-A7AF-8440159CE76F}" dt="2024-05-13T20:47:10.925" v="1351" actId="14100"/>
          <ac:spMkLst>
            <pc:docMk/>
            <pc:sldMk cId="3306127351" sldId="256"/>
            <ac:spMk id="256" creationId="{BAC0BE99-4E99-1EC3-D6A7-18ADA525F567}"/>
          </ac:spMkLst>
        </pc:spChg>
        <pc:spChg chg="add mod">
          <ac:chgData name="Sándor Kolos Barnabás" userId="2a2e4dee-3678-42a9-bb81-c80911c96718" providerId="ADAL" clId="{34468C8A-9D87-4374-A7AF-8440159CE76F}" dt="2024-05-13T20:47:41.961" v="1361" actId="1076"/>
          <ac:spMkLst>
            <pc:docMk/>
            <pc:sldMk cId="3306127351" sldId="256"/>
            <ac:spMk id="258" creationId="{3E8941F8-38EA-2F71-6A15-99831AC484CE}"/>
          </ac:spMkLst>
        </pc:spChg>
        <pc:spChg chg="add mod">
          <ac:chgData name="Sándor Kolos Barnabás" userId="2a2e4dee-3678-42a9-bb81-c80911c96718" providerId="ADAL" clId="{34468C8A-9D87-4374-A7AF-8440159CE76F}" dt="2024-05-13T20:50:41.628" v="1373" actId="20577"/>
          <ac:spMkLst>
            <pc:docMk/>
            <pc:sldMk cId="3306127351" sldId="256"/>
            <ac:spMk id="260" creationId="{B25B3E31-7CB8-E1AA-7FBD-37D450520C35}"/>
          </ac:spMkLst>
        </pc:spChg>
        <pc:spChg chg="add mod">
          <ac:chgData name="Sándor Kolos Barnabás" userId="2a2e4dee-3678-42a9-bb81-c80911c96718" providerId="ADAL" clId="{34468C8A-9D87-4374-A7AF-8440159CE76F}" dt="2024-05-15T17:38:18.809" v="1624" actId="20577"/>
          <ac:spMkLst>
            <pc:docMk/>
            <pc:sldMk cId="3306127351" sldId="256"/>
            <ac:spMk id="261" creationId="{C08AA4C0-CB5D-26A8-4293-35F347C13624}"/>
          </ac:spMkLst>
        </pc:spChg>
        <pc:spChg chg="add mod">
          <ac:chgData name="Sándor Kolos Barnabás" userId="2a2e4dee-3678-42a9-bb81-c80911c96718" providerId="ADAL" clId="{34468C8A-9D87-4374-A7AF-8440159CE76F}" dt="2024-05-15T17:38:46.263" v="1635" actId="1076"/>
          <ac:spMkLst>
            <pc:docMk/>
            <pc:sldMk cId="3306127351" sldId="256"/>
            <ac:spMk id="262" creationId="{A7E1A22D-B541-5F44-0D2A-00A94B05B88F}"/>
          </ac:spMkLst>
        </pc:spChg>
        <pc:spChg chg="add mod">
          <ac:chgData name="Sándor Kolos Barnabás" userId="2a2e4dee-3678-42a9-bb81-c80911c96718" providerId="ADAL" clId="{34468C8A-9D87-4374-A7AF-8440159CE76F}" dt="2024-05-13T20:44:33.063" v="1326" actId="1076"/>
          <ac:spMkLst>
            <pc:docMk/>
            <pc:sldMk cId="3306127351" sldId="256"/>
            <ac:spMk id="267" creationId="{66B8F853-94F6-712E-E546-B70E5F226F9D}"/>
          </ac:spMkLst>
        </pc:spChg>
        <pc:spChg chg="add del mod">
          <ac:chgData name="Sándor Kolos Barnabás" userId="2a2e4dee-3678-42a9-bb81-c80911c96718" providerId="ADAL" clId="{34468C8A-9D87-4374-A7AF-8440159CE76F}" dt="2024-05-13T21:41:11.189" v="1535" actId="478"/>
          <ac:spMkLst>
            <pc:docMk/>
            <pc:sldMk cId="3306127351" sldId="256"/>
            <ac:spMk id="268" creationId="{62C50ECB-4B52-04D4-120D-E02385AAB7CA}"/>
          </ac:spMkLst>
        </pc:spChg>
        <pc:spChg chg="add mod">
          <ac:chgData name="Sándor Kolos Barnabás" userId="2a2e4dee-3678-42a9-bb81-c80911c96718" providerId="ADAL" clId="{34468C8A-9D87-4374-A7AF-8440159CE76F}" dt="2024-05-13T21:32:55.131" v="1455" actId="14100"/>
          <ac:spMkLst>
            <pc:docMk/>
            <pc:sldMk cId="3306127351" sldId="256"/>
            <ac:spMk id="269" creationId="{033394A9-A6BA-0CA3-9D39-F3628456AD39}"/>
          </ac:spMkLst>
        </pc:spChg>
        <pc:spChg chg="add mod">
          <ac:chgData name="Sándor Kolos Barnabás" userId="2a2e4dee-3678-42a9-bb81-c80911c96718" providerId="ADAL" clId="{34468C8A-9D87-4374-A7AF-8440159CE76F}" dt="2024-05-13T20:45:02.684" v="1335" actId="1076"/>
          <ac:spMkLst>
            <pc:docMk/>
            <pc:sldMk cId="3306127351" sldId="256"/>
            <ac:spMk id="270" creationId="{9FF14379-1ED0-7274-C2FC-135EC8ECAB43}"/>
          </ac:spMkLst>
        </pc:spChg>
        <pc:spChg chg="add mod">
          <ac:chgData name="Sándor Kolos Barnabás" userId="2a2e4dee-3678-42a9-bb81-c80911c96718" providerId="ADAL" clId="{34468C8A-9D87-4374-A7AF-8440159CE76F}" dt="2024-05-13T20:45:02.684" v="1335" actId="1076"/>
          <ac:spMkLst>
            <pc:docMk/>
            <pc:sldMk cId="3306127351" sldId="256"/>
            <ac:spMk id="272" creationId="{15AC92A4-0262-E514-1517-6E22DD8B42CC}"/>
          </ac:spMkLst>
        </pc:spChg>
        <pc:spChg chg="add mod">
          <ac:chgData name="Sándor Kolos Barnabás" userId="2a2e4dee-3678-42a9-bb81-c80911c96718" providerId="ADAL" clId="{34468C8A-9D87-4374-A7AF-8440159CE76F}" dt="2024-05-13T20:45:02.684" v="1335" actId="1076"/>
          <ac:spMkLst>
            <pc:docMk/>
            <pc:sldMk cId="3306127351" sldId="256"/>
            <ac:spMk id="273" creationId="{588895C3-B2F3-B4B7-1AE9-11A426F9660A}"/>
          </ac:spMkLst>
        </pc:spChg>
        <pc:spChg chg="add mod">
          <ac:chgData name="Sándor Kolos Barnabás" userId="2a2e4dee-3678-42a9-bb81-c80911c96718" providerId="ADAL" clId="{34468C8A-9D87-4374-A7AF-8440159CE76F}" dt="2024-05-13T20:45:02.684" v="1335" actId="1076"/>
          <ac:spMkLst>
            <pc:docMk/>
            <pc:sldMk cId="3306127351" sldId="256"/>
            <ac:spMk id="274" creationId="{6560D30C-A476-BB6E-D80A-37C6F5C31443}"/>
          </ac:spMkLst>
        </pc:spChg>
        <pc:spChg chg="add mod">
          <ac:chgData name="Sándor Kolos Barnabás" userId="2a2e4dee-3678-42a9-bb81-c80911c96718" providerId="ADAL" clId="{34468C8A-9D87-4374-A7AF-8440159CE76F}" dt="2024-05-13T20:45:02.684" v="1335" actId="1076"/>
          <ac:spMkLst>
            <pc:docMk/>
            <pc:sldMk cId="3306127351" sldId="256"/>
            <ac:spMk id="275" creationId="{23202D66-2BA9-750D-3F1A-0C807A589B0B}"/>
          </ac:spMkLst>
        </pc:spChg>
        <pc:spChg chg="add mod">
          <ac:chgData name="Sándor Kolos Barnabás" userId="2a2e4dee-3678-42a9-bb81-c80911c96718" providerId="ADAL" clId="{34468C8A-9D87-4374-A7AF-8440159CE76F}" dt="2024-05-13T20:45:02.684" v="1335" actId="1076"/>
          <ac:spMkLst>
            <pc:docMk/>
            <pc:sldMk cId="3306127351" sldId="256"/>
            <ac:spMk id="276" creationId="{E332708D-5ABC-12E1-EE42-4631DE9A9B49}"/>
          </ac:spMkLst>
        </pc:spChg>
        <pc:spChg chg="add mod">
          <ac:chgData name="Sándor Kolos Barnabás" userId="2a2e4dee-3678-42a9-bb81-c80911c96718" providerId="ADAL" clId="{34468C8A-9D87-4374-A7AF-8440159CE76F}" dt="2024-05-13T21:33:12.207" v="1460" actId="14100"/>
          <ac:spMkLst>
            <pc:docMk/>
            <pc:sldMk cId="3306127351" sldId="256"/>
            <ac:spMk id="277" creationId="{5BC49438-F8E9-F5D8-055E-ACD5EDD4C83C}"/>
          </ac:spMkLst>
        </pc:spChg>
        <pc:spChg chg="add mod">
          <ac:chgData name="Sándor Kolos Barnabás" userId="2a2e4dee-3678-42a9-bb81-c80911c96718" providerId="ADAL" clId="{34468C8A-9D87-4374-A7AF-8440159CE76F}" dt="2024-05-13T20:45:02.684" v="1335" actId="1076"/>
          <ac:spMkLst>
            <pc:docMk/>
            <pc:sldMk cId="3306127351" sldId="256"/>
            <ac:spMk id="279" creationId="{0256192C-12DD-2DE7-2989-699D571CD7AF}"/>
          </ac:spMkLst>
        </pc:spChg>
        <pc:spChg chg="add mod">
          <ac:chgData name="Sándor Kolos Barnabás" userId="2a2e4dee-3678-42a9-bb81-c80911c96718" providerId="ADAL" clId="{34468C8A-9D87-4374-A7AF-8440159CE76F}" dt="2024-05-13T20:56:36.959" v="1448" actId="20577"/>
          <ac:spMkLst>
            <pc:docMk/>
            <pc:sldMk cId="3306127351" sldId="256"/>
            <ac:spMk id="281" creationId="{E8DED74B-F3E3-7B5B-0C03-8A3AC4AFCA35}"/>
          </ac:spMkLst>
        </pc:spChg>
        <pc:spChg chg="add mod">
          <ac:chgData name="Sándor Kolos Barnabás" userId="2a2e4dee-3678-42a9-bb81-c80911c96718" providerId="ADAL" clId="{34468C8A-9D87-4374-A7AF-8440159CE76F}" dt="2024-05-15T17:38:22.188" v="1628" actId="20577"/>
          <ac:spMkLst>
            <pc:docMk/>
            <pc:sldMk cId="3306127351" sldId="256"/>
            <ac:spMk id="282" creationId="{48FC0DDE-6BF2-859B-A75D-A7E1641C859C}"/>
          </ac:spMkLst>
        </pc:spChg>
        <pc:spChg chg="add mod">
          <ac:chgData name="Sándor Kolos Barnabás" userId="2a2e4dee-3678-42a9-bb81-c80911c96718" providerId="ADAL" clId="{34468C8A-9D87-4374-A7AF-8440159CE76F}" dt="2024-05-15T17:39:05.236" v="1639" actId="1076"/>
          <ac:spMkLst>
            <pc:docMk/>
            <pc:sldMk cId="3306127351" sldId="256"/>
            <ac:spMk id="283" creationId="{59ED8E23-FA95-03CA-B343-E5AF710091AB}"/>
          </ac:spMkLst>
        </pc:spChg>
        <pc:graphicFrameChg chg="mod modGraphic">
          <ac:chgData name="Sándor Kolos Barnabás" userId="2a2e4dee-3678-42a9-bb81-c80911c96718" providerId="ADAL" clId="{34468C8A-9D87-4374-A7AF-8440159CE76F}" dt="2024-05-13T21:36:50.766" v="1508" actId="1076"/>
          <ac:graphicFrameMkLst>
            <pc:docMk/>
            <pc:sldMk cId="3306127351" sldId="256"/>
            <ac:graphicFrameMk id="4" creationId="{F064AF86-6C84-C96E-CD1A-714A8FA7308A}"/>
          </ac:graphicFrameMkLst>
        </pc:graphicFrameChg>
        <pc:graphicFrameChg chg="add mod modGraphic">
          <ac:chgData name="Sándor Kolos Barnabás" userId="2a2e4dee-3678-42a9-bb81-c80911c96718" providerId="ADAL" clId="{34468C8A-9D87-4374-A7AF-8440159CE76F}" dt="2024-05-13T21:37:10.597" v="1512" actId="14100"/>
          <ac:graphicFrameMkLst>
            <pc:docMk/>
            <pc:sldMk cId="3306127351" sldId="256"/>
            <ac:graphicFrameMk id="5" creationId="{7E07B6B6-5D89-D131-8D6D-4C46053993A8}"/>
          </ac:graphicFrameMkLst>
        </pc:graphicFrameChg>
        <pc:graphicFrameChg chg="add mod modGraphic">
          <ac:chgData name="Sándor Kolos Barnabás" userId="2a2e4dee-3678-42a9-bb81-c80911c96718" providerId="ADAL" clId="{34468C8A-9D87-4374-A7AF-8440159CE76F}" dt="2024-05-13T21:37:34.919" v="1517" actId="14100"/>
          <ac:graphicFrameMkLst>
            <pc:docMk/>
            <pc:sldMk cId="3306127351" sldId="256"/>
            <ac:graphicFrameMk id="6" creationId="{A6E3C019-1714-2429-989F-AB923D8FED75}"/>
          </ac:graphicFrameMkLst>
        </pc:graphicFrameChg>
        <pc:graphicFrameChg chg="add mod modGraphic">
          <ac:chgData name="Sándor Kolos Barnabás" userId="2a2e4dee-3678-42a9-bb81-c80911c96718" providerId="ADAL" clId="{34468C8A-9D87-4374-A7AF-8440159CE76F}" dt="2024-05-13T21:38:13.949" v="1523" actId="1076"/>
          <ac:graphicFrameMkLst>
            <pc:docMk/>
            <pc:sldMk cId="3306127351" sldId="256"/>
            <ac:graphicFrameMk id="7" creationId="{28E7265B-1738-EE29-DF6A-9EB2291A9E2E}"/>
          </ac:graphicFrameMkLst>
        </pc:graphicFrameChg>
        <pc:graphicFrameChg chg="add mod modGraphic">
          <ac:chgData name="Sándor Kolos Barnabás" userId="2a2e4dee-3678-42a9-bb81-c80911c96718" providerId="ADAL" clId="{34468C8A-9D87-4374-A7AF-8440159CE76F}" dt="2024-05-13T20:35:52.793" v="1145" actId="14734"/>
          <ac:graphicFrameMkLst>
            <pc:docMk/>
            <pc:sldMk cId="3306127351" sldId="256"/>
            <ac:graphicFrameMk id="8" creationId="{9623B2B2-6683-0FF0-26E5-FC0ACF9ED64B}"/>
          </ac:graphicFrameMkLst>
        </pc:graphicFrameChg>
        <pc:graphicFrameChg chg="add del mod modGraphic">
          <ac:chgData name="Sándor Kolos Barnabás" userId="2a2e4dee-3678-42a9-bb81-c80911c96718" providerId="ADAL" clId="{34468C8A-9D87-4374-A7AF-8440159CE76F}" dt="2024-05-13T21:42:01.719" v="1556" actId="14100"/>
          <ac:graphicFrameMkLst>
            <pc:docMk/>
            <pc:sldMk cId="3306127351" sldId="256"/>
            <ac:graphicFrameMk id="9" creationId="{8A5DFE68-7E61-7493-AA75-0B462BC41878}"/>
          </ac:graphicFrameMkLst>
        </pc:graphicFrameChg>
        <pc:graphicFrameChg chg="add del mod modGraphic">
          <ac:chgData name="Sándor Kolos Barnabás" userId="2a2e4dee-3678-42a9-bb81-c80911c96718" providerId="ADAL" clId="{34468C8A-9D87-4374-A7AF-8440159CE76F}" dt="2024-05-13T20:09:04.607" v="789" actId="478"/>
          <ac:graphicFrameMkLst>
            <pc:docMk/>
            <pc:sldMk cId="3306127351" sldId="256"/>
            <ac:graphicFrameMk id="10" creationId="{4D3F9A95-41FC-2BEE-7F38-399224F5CBDB}"/>
          </ac:graphicFrameMkLst>
        </pc:graphicFrameChg>
        <pc:graphicFrameChg chg="add del mod">
          <ac:chgData name="Sándor Kolos Barnabás" userId="2a2e4dee-3678-42a9-bb81-c80911c96718" providerId="ADAL" clId="{34468C8A-9D87-4374-A7AF-8440159CE76F}" dt="2024-05-13T20:09:03.631" v="788" actId="478"/>
          <ac:graphicFrameMkLst>
            <pc:docMk/>
            <pc:sldMk cId="3306127351" sldId="256"/>
            <ac:graphicFrameMk id="11" creationId="{0E09DAE7-B48C-2F9D-FA4D-DD907195FEAB}"/>
          </ac:graphicFrameMkLst>
        </pc:graphicFrameChg>
        <pc:graphicFrameChg chg="add del mod modGraphic">
          <ac:chgData name="Sándor Kolos Barnabás" userId="2a2e4dee-3678-42a9-bb81-c80911c96718" providerId="ADAL" clId="{34468C8A-9D87-4374-A7AF-8440159CE76F}" dt="2024-05-13T20:42:42.541" v="1303" actId="1076"/>
          <ac:graphicFrameMkLst>
            <pc:docMk/>
            <pc:sldMk cId="3306127351" sldId="256"/>
            <ac:graphicFrameMk id="12" creationId="{D5F542B8-C1F2-F10E-8F93-FD949A4F3746}"/>
          </ac:graphicFrameMkLst>
        </pc:graphicFrameChg>
        <pc:graphicFrameChg chg="add mod">
          <ac:chgData name="Sándor Kolos Barnabás" userId="2a2e4dee-3678-42a9-bb81-c80911c96718" providerId="ADAL" clId="{34468C8A-9D87-4374-A7AF-8440159CE76F}" dt="2024-05-13T19:21:20.302" v="500"/>
          <ac:graphicFrameMkLst>
            <pc:docMk/>
            <pc:sldMk cId="3306127351" sldId="256"/>
            <ac:graphicFrameMk id="52" creationId="{A1DC96DF-B17A-2680-D33E-51BD5FE2FD2D}"/>
          </ac:graphicFrameMkLst>
        </pc:graphicFrameChg>
        <pc:graphicFrameChg chg="add mod">
          <ac:chgData name="Sándor Kolos Barnabás" userId="2a2e4dee-3678-42a9-bb81-c80911c96718" providerId="ADAL" clId="{34468C8A-9D87-4374-A7AF-8440159CE76F}" dt="2024-05-13T19:21:20.152" v="499"/>
          <ac:graphicFrameMkLst>
            <pc:docMk/>
            <pc:sldMk cId="3306127351" sldId="256"/>
            <ac:graphicFrameMk id="53" creationId="{8EED82F3-81F1-E686-5929-34C453CBF3C5}"/>
          </ac:graphicFrameMkLst>
        </pc:graphicFrameChg>
        <pc:graphicFrameChg chg="add mod">
          <ac:chgData name="Sándor Kolos Barnabás" userId="2a2e4dee-3678-42a9-bb81-c80911c96718" providerId="ADAL" clId="{34468C8A-9D87-4374-A7AF-8440159CE76F}" dt="2024-05-13T19:21:23.653" v="504"/>
          <ac:graphicFrameMkLst>
            <pc:docMk/>
            <pc:sldMk cId="3306127351" sldId="256"/>
            <ac:graphicFrameMk id="54" creationId="{E60D448A-3D0B-EFA7-832B-B27B0E8F15DF}"/>
          </ac:graphicFrameMkLst>
        </pc:graphicFrameChg>
        <pc:graphicFrameChg chg="add mod">
          <ac:chgData name="Sándor Kolos Barnabás" userId="2a2e4dee-3678-42a9-bb81-c80911c96718" providerId="ADAL" clId="{34468C8A-9D87-4374-A7AF-8440159CE76F}" dt="2024-05-13T19:21:23.461" v="503"/>
          <ac:graphicFrameMkLst>
            <pc:docMk/>
            <pc:sldMk cId="3306127351" sldId="256"/>
            <ac:graphicFrameMk id="55" creationId="{2F85F740-3DA4-F84A-58E6-251F7A20E69E}"/>
          </ac:graphicFrameMkLst>
        </pc:graphicFrameChg>
        <pc:graphicFrameChg chg="add mod modGraphic">
          <ac:chgData name="Sándor Kolos Barnabás" userId="2a2e4dee-3678-42a9-bb81-c80911c96718" providerId="ADAL" clId="{34468C8A-9D87-4374-A7AF-8440159CE76F}" dt="2024-05-13T21:42:21.773" v="1563" actId="14100"/>
          <ac:graphicFrameMkLst>
            <pc:docMk/>
            <pc:sldMk cId="3306127351" sldId="256"/>
            <ac:graphicFrameMk id="60" creationId="{D08C83DB-25BA-1BA8-971A-AFACFB8D0D33}"/>
          </ac:graphicFrameMkLst>
        </pc:graphicFrameChg>
        <pc:graphicFrameChg chg="add mod modGraphic">
          <ac:chgData name="Sándor Kolos Barnabás" userId="2a2e4dee-3678-42a9-bb81-c80911c96718" providerId="ADAL" clId="{34468C8A-9D87-4374-A7AF-8440159CE76F}" dt="2024-05-13T21:42:41.976" v="1569" actId="14100"/>
          <ac:graphicFrameMkLst>
            <pc:docMk/>
            <pc:sldMk cId="3306127351" sldId="256"/>
            <ac:graphicFrameMk id="61" creationId="{22F7764E-8002-75C2-53F3-E2CF50A5B572}"/>
          </ac:graphicFrameMkLst>
        </pc:graphicFrameChg>
        <pc:cxnChg chg="add mod">
          <ac:chgData name="Sándor Kolos Barnabás" userId="2a2e4dee-3678-42a9-bb81-c80911c96718" providerId="ADAL" clId="{34468C8A-9D87-4374-A7AF-8440159CE76F}" dt="2024-05-13T21:37:19.407" v="1513" actId="1076"/>
          <ac:cxnSpMkLst>
            <pc:docMk/>
            <pc:sldMk cId="3306127351" sldId="256"/>
            <ac:cxnSpMk id="20" creationId="{AAF2DEB2-4225-1B2F-28DC-8B5E54BD4BB3}"/>
          </ac:cxnSpMkLst>
        </pc:cxnChg>
        <pc:cxnChg chg="add mod">
          <ac:chgData name="Sándor Kolos Barnabás" userId="2a2e4dee-3678-42a9-bb81-c80911c96718" providerId="ADAL" clId="{34468C8A-9D87-4374-A7AF-8440159CE76F}" dt="2024-05-13T21:38:09.696" v="1522" actId="1076"/>
          <ac:cxnSpMkLst>
            <pc:docMk/>
            <pc:sldMk cId="3306127351" sldId="256"/>
            <ac:cxnSpMk id="22" creationId="{F4B35C7A-569C-11C1-1DE2-AD9D887DF682}"/>
          </ac:cxnSpMkLst>
        </pc:cxnChg>
        <pc:cxnChg chg="add mod">
          <ac:chgData name="Sándor Kolos Barnabás" userId="2a2e4dee-3678-42a9-bb81-c80911c96718" providerId="ADAL" clId="{34468C8A-9D87-4374-A7AF-8440159CE76F}" dt="2024-05-13T21:38:13.949" v="1523" actId="1076"/>
          <ac:cxnSpMkLst>
            <pc:docMk/>
            <pc:sldMk cId="3306127351" sldId="256"/>
            <ac:cxnSpMk id="24" creationId="{58AE1B01-A2E4-5F62-0E87-4B47C5C7F46F}"/>
          </ac:cxnSpMkLst>
        </pc:cxnChg>
        <pc:cxnChg chg="add mod">
          <ac:chgData name="Sándor Kolos Barnabás" userId="2a2e4dee-3678-42a9-bb81-c80911c96718" providerId="ADAL" clId="{34468C8A-9D87-4374-A7AF-8440159CE76F}" dt="2024-05-13T20:07:09.070" v="753" actId="1076"/>
          <ac:cxnSpMkLst>
            <pc:docMk/>
            <pc:sldMk cId="3306127351" sldId="256"/>
            <ac:cxnSpMk id="26" creationId="{E1B58527-52CE-44BA-67A4-8285EF3A0BE3}"/>
          </ac:cxnSpMkLst>
        </pc:cxnChg>
        <pc:cxnChg chg="add mod">
          <ac:chgData name="Sándor Kolos Barnabás" userId="2a2e4dee-3678-42a9-bb81-c80911c96718" providerId="ADAL" clId="{34468C8A-9D87-4374-A7AF-8440159CE76F}" dt="2024-05-13T21:38:46.461" v="1533" actId="14100"/>
          <ac:cxnSpMkLst>
            <pc:docMk/>
            <pc:sldMk cId="3306127351" sldId="256"/>
            <ac:cxnSpMk id="28" creationId="{32C33780-1B6E-0986-998B-5713B9A45C43}"/>
          </ac:cxnSpMkLst>
        </pc:cxnChg>
        <pc:cxnChg chg="add mod">
          <ac:chgData name="Sándor Kolos Barnabás" userId="2a2e4dee-3678-42a9-bb81-c80911c96718" providerId="ADAL" clId="{34468C8A-9D87-4374-A7AF-8440159CE76F}" dt="2024-05-13T21:38:48.934" v="1534" actId="14100"/>
          <ac:cxnSpMkLst>
            <pc:docMk/>
            <pc:sldMk cId="3306127351" sldId="256"/>
            <ac:cxnSpMk id="31" creationId="{2A541480-D395-55B8-C20C-F3566953706F}"/>
          </ac:cxnSpMkLst>
        </pc:cxnChg>
        <pc:cxnChg chg="add mod">
          <ac:chgData name="Sándor Kolos Barnabás" userId="2a2e4dee-3678-42a9-bb81-c80911c96718" providerId="ADAL" clId="{34468C8A-9D87-4374-A7AF-8440159CE76F}" dt="2024-05-13T21:38:25.067" v="1526" actId="14100"/>
          <ac:cxnSpMkLst>
            <pc:docMk/>
            <pc:sldMk cId="3306127351" sldId="256"/>
            <ac:cxnSpMk id="33" creationId="{2F602E06-C962-D753-1E9E-543218542800}"/>
          </ac:cxnSpMkLst>
        </pc:cxnChg>
        <pc:cxnChg chg="add mod">
          <ac:chgData name="Sándor Kolos Barnabás" userId="2a2e4dee-3678-42a9-bb81-c80911c96718" providerId="ADAL" clId="{34468C8A-9D87-4374-A7AF-8440159CE76F}" dt="2024-05-13T21:38:38.412" v="1530" actId="14100"/>
          <ac:cxnSpMkLst>
            <pc:docMk/>
            <pc:sldMk cId="3306127351" sldId="256"/>
            <ac:cxnSpMk id="36" creationId="{35AC41A4-1B74-0B66-82A7-F82685BC4DF7}"/>
          </ac:cxnSpMkLst>
        </pc:cxnChg>
        <pc:cxnChg chg="add mod">
          <ac:chgData name="Sándor Kolos Barnabás" userId="2a2e4dee-3678-42a9-bb81-c80911c96718" providerId="ADAL" clId="{34468C8A-9D87-4374-A7AF-8440159CE76F}" dt="2024-05-13T21:38:32.129" v="1528" actId="14100"/>
          <ac:cxnSpMkLst>
            <pc:docMk/>
            <pc:sldMk cId="3306127351" sldId="256"/>
            <ac:cxnSpMk id="41" creationId="{4428E251-0F38-9DD2-A59E-6D210DACA676}"/>
          </ac:cxnSpMkLst>
        </pc:cxnChg>
        <pc:cxnChg chg="add mod">
          <ac:chgData name="Sándor Kolos Barnabás" userId="2a2e4dee-3678-42a9-bb81-c80911c96718" providerId="ADAL" clId="{34468C8A-9D87-4374-A7AF-8440159CE76F}" dt="2024-05-13T21:38:28.540" v="1527" actId="14100"/>
          <ac:cxnSpMkLst>
            <pc:docMk/>
            <pc:sldMk cId="3306127351" sldId="256"/>
            <ac:cxnSpMk id="42" creationId="{715EA955-8895-C753-18C8-F728FA21A2FB}"/>
          </ac:cxnSpMkLst>
        </pc:cxnChg>
        <pc:cxnChg chg="add mod">
          <ac:chgData name="Sándor Kolos Barnabás" userId="2a2e4dee-3678-42a9-bb81-c80911c96718" providerId="ADAL" clId="{34468C8A-9D87-4374-A7AF-8440159CE76F}" dt="2024-05-13T20:44:10.848" v="1316" actId="14100"/>
          <ac:cxnSpMkLst>
            <pc:docMk/>
            <pc:sldMk cId="3306127351" sldId="256"/>
            <ac:cxnSpMk id="57" creationId="{8830195C-5396-E56E-00B4-A1329CC171F8}"/>
          </ac:cxnSpMkLst>
        </pc:cxnChg>
        <pc:cxnChg chg="add mod">
          <ac:chgData name="Sándor Kolos Barnabás" userId="2a2e4dee-3678-42a9-bb81-c80911c96718" providerId="ADAL" clId="{34468C8A-9D87-4374-A7AF-8440159CE76F}" dt="2024-05-13T20:10:54.497" v="808" actId="1076"/>
          <ac:cxnSpMkLst>
            <pc:docMk/>
            <pc:sldMk cId="3306127351" sldId="256"/>
            <ac:cxnSpMk id="63" creationId="{92CC1B42-6AC1-620A-E75E-A28C0BC435D8}"/>
          </ac:cxnSpMkLst>
        </pc:cxnChg>
        <pc:cxnChg chg="add mod">
          <ac:chgData name="Sándor Kolos Barnabás" userId="2a2e4dee-3678-42a9-bb81-c80911c96718" providerId="ADAL" clId="{34468C8A-9D87-4374-A7AF-8440159CE76F}" dt="2024-05-13T20:10:54.497" v="808" actId="1076"/>
          <ac:cxnSpMkLst>
            <pc:docMk/>
            <pc:sldMk cId="3306127351" sldId="256"/>
            <ac:cxnSpMk id="65" creationId="{D16588EC-7452-6E5C-7780-829CCC0F4044}"/>
          </ac:cxnSpMkLst>
        </pc:cxnChg>
        <pc:cxnChg chg="add mod">
          <ac:chgData name="Sándor Kolos Barnabás" userId="2a2e4dee-3678-42a9-bb81-c80911c96718" providerId="ADAL" clId="{34468C8A-9D87-4374-A7AF-8440159CE76F}" dt="2024-05-13T20:10:54.497" v="808" actId="1076"/>
          <ac:cxnSpMkLst>
            <pc:docMk/>
            <pc:sldMk cId="3306127351" sldId="256"/>
            <ac:cxnSpMk id="67" creationId="{B1C445AB-64A5-0CFE-0666-91155BB00752}"/>
          </ac:cxnSpMkLst>
        </pc:cxnChg>
        <pc:cxnChg chg="add mod">
          <ac:chgData name="Sándor Kolos Barnabás" userId="2a2e4dee-3678-42a9-bb81-c80911c96718" providerId="ADAL" clId="{34468C8A-9D87-4374-A7AF-8440159CE76F}" dt="2024-05-13T20:10:54.497" v="808" actId="1076"/>
          <ac:cxnSpMkLst>
            <pc:docMk/>
            <pc:sldMk cId="3306127351" sldId="256"/>
            <ac:cxnSpMk id="68" creationId="{C68FD986-7AD9-10D7-5E0F-1183D7193D31}"/>
          </ac:cxnSpMkLst>
        </pc:cxnChg>
        <pc:cxnChg chg="add mod">
          <ac:chgData name="Sándor Kolos Barnabás" userId="2a2e4dee-3678-42a9-bb81-c80911c96718" providerId="ADAL" clId="{34468C8A-9D87-4374-A7AF-8440159CE76F}" dt="2024-05-13T20:10:54.497" v="808" actId="1076"/>
          <ac:cxnSpMkLst>
            <pc:docMk/>
            <pc:sldMk cId="3306127351" sldId="256"/>
            <ac:cxnSpMk id="69" creationId="{CCA36031-5E9B-6BBA-1A75-837149703167}"/>
          </ac:cxnSpMkLst>
        </pc:cxnChg>
        <pc:cxnChg chg="add mod">
          <ac:chgData name="Sándor Kolos Barnabás" userId="2a2e4dee-3678-42a9-bb81-c80911c96718" providerId="ADAL" clId="{34468C8A-9D87-4374-A7AF-8440159CE76F}" dt="2024-05-13T20:10:54.497" v="808" actId="1076"/>
          <ac:cxnSpMkLst>
            <pc:docMk/>
            <pc:sldMk cId="3306127351" sldId="256"/>
            <ac:cxnSpMk id="70" creationId="{09AF6928-F4BC-AF4A-8404-1BC131059ABD}"/>
          </ac:cxnSpMkLst>
        </pc:cxnChg>
        <pc:cxnChg chg="add mod">
          <ac:chgData name="Sándor Kolos Barnabás" userId="2a2e4dee-3678-42a9-bb81-c80911c96718" providerId="ADAL" clId="{34468C8A-9D87-4374-A7AF-8440159CE76F}" dt="2024-05-13T20:10:54.497" v="808" actId="1076"/>
          <ac:cxnSpMkLst>
            <pc:docMk/>
            <pc:sldMk cId="3306127351" sldId="256"/>
            <ac:cxnSpMk id="71" creationId="{96A412C3-265D-02F8-15CD-FE4BDAD16601}"/>
          </ac:cxnSpMkLst>
        </pc:cxnChg>
        <pc:cxnChg chg="add mod">
          <ac:chgData name="Sándor Kolos Barnabás" userId="2a2e4dee-3678-42a9-bb81-c80911c96718" providerId="ADAL" clId="{34468C8A-9D87-4374-A7AF-8440159CE76F}" dt="2024-05-13T21:43:08.553" v="1573" actId="14100"/>
          <ac:cxnSpMkLst>
            <pc:docMk/>
            <pc:sldMk cId="3306127351" sldId="256"/>
            <ac:cxnSpMk id="72" creationId="{879D7825-250C-B51F-D4C2-6EA226BE2601}"/>
          </ac:cxnSpMkLst>
        </pc:cxnChg>
        <pc:cxnChg chg="add mod">
          <ac:chgData name="Sándor Kolos Barnabás" userId="2a2e4dee-3678-42a9-bb81-c80911c96718" providerId="ADAL" clId="{34468C8A-9D87-4374-A7AF-8440159CE76F}" dt="2024-05-13T21:42:01.719" v="1556" actId="14100"/>
          <ac:cxnSpMkLst>
            <pc:docMk/>
            <pc:sldMk cId="3306127351" sldId="256"/>
            <ac:cxnSpMk id="75" creationId="{3BAB8BBA-42E6-347B-0B83-900DC36F17EC}"/>
          </ac:cxnSpMkLst>
        </pc:cxnChg>
        <pc:cxnChg chg="add mod">
          <ac:chgData name="Sándor Kolos Barnabás" userId="2a2e4dee-3678-42a9-bb81-c80911c96718" providerId="ADAL" clId="{34468C8A-9D87-4374-A7AF-8440159CE76F}" dt="2024-05-13T21:42:56.320" v="1571" actId="14100"/>
          <ac:cxnSpMkLst>
            <pc:docMk/>
            <pc:sldMk cId="3306127351" sldId="256"/>
            <ac:cxnSpMk id="80" creationId="{B043B7B8-8F51-5F7D-349F-9086104349D5}"/>
          </ac:cxnSpMkLst>
        </pc:cxnChg>
        <pc:cxnChg chg="add mod">
          <ac:chgData name="Sándor Kolos Barnabás" userId="2a2e4dee-3678-42a9-bb81-c80911c96718" providerId="ADAL" clId="{34468C8A-9D87-4374-A7AF-8440159CE76F}" dt="2024-05-13T21:43:10.836" v="1574" actId="14100"/>
          <ac:cxnSpMkLst>
            <pc:docMk/>
            <pc:sldMk cId="3306127351" sldId="256"/>
            <ac:cxnSpMk id="81" creationId="{D3820A39-DB79-BCAA-55B0-DA0E0FEDD56E}"/>
          </ac:cxnSpMkLst>
        </pc:cxnChg>
        <pc:cxnChg chg="add mod">
          <ac:chgData name="Sándor Kolos Barnabás" userId="2a2e4dee-3678-42a9-bb81-c80911c96718" providerId="ADAL" clId="{34468C8A-9D87-4374-A7AF-8440159CE76F}" dt="2024-05-13T20:42:42.541" v="1303" actId="1076"/>
          <ac:cxnSpMkLst>
            <pc:docMk/>
            <pc:sldMk cId="3306127351" sldId="256"/>
            <ac:cxnSpMk id="82" creationId="{57E1F08A-5490-6FE4-A361-AE2C942098BC}"/>
          </ac:cxnSpMkLst>
        </pc:cxnChg>
        <pc:cxnChg chg="add mod">
          <ac:chgData name="Sándor Kolos Barnabás" userId="2a2e4dee-3678-42a9-bb81-c80911c96718" providerId="ADAL" clId="{34468C8A-9D87-4374-A7AF-8440159CE76F}" dt="2024-05-13T20:14:15.122" v="848" actId="14100"/>
          <ac:cxnSpMkLst>
            <pc:docMk/>
            <pc:sldMk cId="3306127351" sldId="256"/>
            <ac:cxnSpMk id="87" creationId="{AA568E0E-7748-44D9-A291-DB5029A7AFCA}"/>
          </ac:cxnSpMkLst>
        </pc:cxnChg>
        <pc:cxnChg chg="add mod">
          <ac:chgData name="Sándor Kolos Barnabás" userId="2a2e4dee-3678-42a9-bb81-c80911c96718" providerId="ADAL" clId="{34468C8A-9D87-4374-A7AF-8440159CE76F}" dt="2024-05-13T20:42:42.541" v="1303" actId="1076"/>
          <ac:cxnSpMkLst>
            <pc:docMk/>
            <pc:sldMk cId="3306127351" sldId="256"/>
            <ac:cxnSpMk id="93" creationId="{CAEFB09D-3B42-6810-3ED2-ED1433A4DEC5}"/>
          </ac:cxnSpMkLst>
        </pc:cxnChg>
        <pc:cxnChg chg="add mod">
          <ac:chgData name="Sándor Kolos Barnabás" userId="2a2e4dee-3678-42a9-bb81-c80911c96718" providerId="ADAL" clId="{34468C8A-9D87-4374-A7AF-8440159CE76F}" dt="2024-05-13T20:42:42.541" v="1303" actId="1076"/>
          <ac:cxnSpMkLst>
            <pc:docMk/>
            <pc:sldMk cId="3306127351" sldId="256"/>
            <ac:cxnSpMk id="108" creationId="{4B791C2F-04CB-DA06-DAEA-5F76B7B93C47}"/>
          </ac:cxnSpMkLst>
        </pc:cxnChg>
        <pc:cxnChg chg="add mod">
          <ac:chgData name="Sándor Kolos Barnabás" userId="2a2e4dee-3678-42a9-bb81-c80911c96718" providerId="ADAL" clId="{34468C8A-9D87-4374-A7AF-8440159CE76F}" dt="2024-05-13T20:42:42.541" v="1303" actId="1076"/>
          <ac:cxnSpMkLst>
            <pc:docMk/>
            <pc:sldMk cId="3306127351" sldId="256"/>
            <ac:cxnSpMk id="118" creationId="{D36A473F-4109-0009-E691-90CBA55A7A55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46" creationId="{CAA01C1E-9341-EAF9-546B-070F13A76A4A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55" creationId="{606D9FDE-A074-89D4-13F2-4D1B5E8DF9EF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58" creationId="{B8E0AF6B-3D9A-8B29-2DB5-6CCB18C9A643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63" creationId="{1AA9FD9D-560A-204D-41E0-4ECDD9772BE2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67" creationId="{06BCD326-10CF-C2F1-6B26-401700AD54D0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72" creationId="{04633561-906F-670D-B469-692F2B19EBE9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77" creationId="{43F65294-660E-0348-D631-9A6031A998F6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84" creationId="{659D3B1F-8D65-C916-B2C8-3386F3869DE1}"/>
          </ac:cxnSpMkLst>
        </pc:cxnChg>
        <pc:cxnChg chg="add mod">
          <ac:chgData name="Sándor Kolos Barnabás" userId="2a2e4dee-3678-42a9-bb81-c80911c96718" providerId="ADAL" clId="{34468C8A-9D87-4374-A7AF-8440159CE76F}" dt="2024-05-13T20:42:42.541" v="1303" actId="1076"/>
          <ac:cxnSpMkLst>
            <pc:docMk/>
            <pc:sldMk cId="3306127351" sldId="256"/>
            <ac:cxnSpMk id="210" creationId="{6A8D2285-CA45-354E-3E01-2A93500269A0}"/>
          </ac:cxnSpMkLst>
        </pc:cxnChg>
        <pc:cxnChg chg="add mod">
          <ac:chgData name="Sándor Kolos Barnabás" userId="2a2e4dee-3678-42a9-bb81-c80911c96718" providerId="ADAL" clId="{34468C8A-9D87-4374-A7AF-8440159CE76F}" dt="2024-05-15T17:37:08.147" v="1596" actId="1076"/>
          <ac:cxnSpMkLst>
            <pc:docMk/>
            <pc:sldMk cId="3306127351" sldId="256"/>
            <ac:cxnSpMk id="213" creationId="{81EEE7C1-2E57-283B-1778-5B0B765C5DD9}"/>
          </ac:cxnSpMkLst>
        </pc:cxnChg>
        <pc:cxnChg chg="add mod">
          <ac:chgData name="Sándor Kolos Barnabás" userId="2a2e4dee-3678-42a9-bb81-c80911c96718" providerId="ADAL" clId="{34468C8A-9D87-4374-A7AF-8440159CE76F}" dt="2024-05-15T17:37:59.619" v="1612" actId="14100"/>
          <ac:cxnSpMkLst>
            <pc:docMk/>
            <pc:sldMk cId="3306127351" sldId="256"/>
            <ac:cxnSpMk id="216" creationId="{18A37101-C1B3-A5C3-D485-28EA62679E9C}"/>
          </ac:cxnSpMkLst>
        </pc:cxnChg>
        <pc:cxnChg chg="add mod">
          <ac:chgData name="Sándor Kolos Barnabás" userId="2a2e4dee-3678-42a9-bb81-c80911c96718" providerId="ADAL" clId="{34468C8A-9D87-4374-A7AF-8440159CE76F}" dt="2024-05-13T20:46:31.079" v="1344" actId="14100"/>
          <ac:cxnSpMkLst>
            <pc:docMk/>
            <pc:sldMk cId="3306127351" sldId="256"/>
            <ac:cxnSpMk id="250" creationId="{B848FA27-B216-51BC-DFC4-1552C3753193}"/>
          </ac:cxnSpMkLst>
        </pc:cxnChg>
        <pc:cxnChg chg="add mod">
          <ac:chgData name="Sándor Kolos Barnabás" userId="2a2e4dee-3678-42a9-bb81-c80911c96718" providerId="ADAL" clId="{34468C8A-9D87-4374-A7AF-8440159CE76F}" dt="2024-05-13T20:47:10.925" v="1351" actId="14100"/>
          <ac:cxnSpMkLst>
            <pc:docMk/>
            <pc:sldMk cId="3306127351" sldId="256"/>
            <ac:cxnSpMk id="257" creationId="{F5205658-C862-57F5-7E64-36AA5F93AA0A}"/>
          </ac:cxnSpMkLst>
        </pc:cxnChg>
        <pc:cxnChg chg="add mod">
          <ac:chgData name="Sándor Kolos Barnabás" userId="2a2e4dee-3678-42a9-bb81-c80911c96718" providerId="ADAL" clId="{34468C8A-9D87-4374-A7AF-8440159CE76F}" dt="2024-05-13T20:47:41.961" v="1361" actId="1076"/>
          <ac:cxnSpMkLst>
            <pc:docMk/>
            <pc:sldMk cId="3306127351" sldId="256"/>
            <ac:cxnSpMk id="259" creationId="{BDD21871-1B79-1E81-241E-C6738767B0CA}"/>
          </ac:cxnSpMkLst>
        </pc:cxnChg>
        <pc:cxnChg chg="add mod">
          <ac:chgData name="Sándor Kolos Barnabás" userId="2a2e4dee-3678-42a9-bb81-c80911c96718" providerId="ADAL" clId="{34468C8A-9D87-4374-A7AF-8440159CE76F}" dt="2024-05-13T20:47:15.582" v="1352" actId="1076"/>
          <ac:cxnSpMkLst>
            <pc:docMk/>
            <pc:sldMk cId="3306127351" sldId="256"/>
            <ac:cxnSpMk id="263" creationId="{8DDFFCB1-96B7-BD09-923A-CEAC1A969B4C}"/>
          </ac:cxnSpMkLst>
        </pc:cxnChg>
        <pc:cxnChg chg="add mod">
          <ac:chgData name="Sándor Kolos Barnabás" userId="2a2e4dee-3678-42a9-bb81-c80911c96718" providerId="ADAL" clId="{34468C8A-9D87-4374-A7AF-8440159CE76F}" dt="2024-05-15T17:36:50.822" v="1592" actId="1076"/>
          <ac:cxnSpMkLst>
            <pc:docMk/>
            <pc:sldMk cId="3306127351" sldId="256"/>
            <ac:cxnSpMk id="264" creationId="{13C2BC36-67DA-CC24-A018-C1978B2A7272}"/>
          </ac:cxnSpMkLst>
        </pc:cxnChg>
        <pc:cxnChg chg="add mod">
          <ac:chgData name="Sándor Kolos Barnabás" userId="2a2e4dee-3678-42a9-bb81-c80911c96718" providerId="ADAL" clId="{34468C8A-9D87-4374-A7AF-8440159CE76F}" dt="2024-05-15T17:38:46.263" v="1635" actId="1076"/>
          <ac:cxnSpMkLst>
            <pc:docMk/>
            <pc:sldMk cId="3306127351" sldId="256"/>
            <ac:cxnSpMk id="265" creationId="{48C5D62E-DC1C-DCFA-2635-680B2EA743F4}"/>
          </ac:cxnSpMkLst>
        </pc:cxnChg>
        <pc:cxnChg chg="add mod">
          <ac:chgData name="Sándor Kolos Barnabás" userId="2a2e4dee-3678-42a9-bb81-c80911c96718" providerId="ADAL" clId="{34468C8A-9D87-4374-A7AF-8440159CE76F}" dt="2024-05-13T21:32:55.131" v="1455" actId="14100"/>
          <ac:cxnSpMkLst>
            <pc:docMk/>
            <pc:sldMk cId="3306127351" sldId="256"/>
            <ac:cxnSpMk id="271" creationId="{7E001CEE-25EB-DAEE-CCB3-FB7292580777}"/>
          </ac:cxnSpMkLst>
        </pc:cxnChg>
        <pc:cxnChg chg="add mod">
          <ac:chgData name="Sándor Kolos Barnabás" userId="2a2e4dee-3678-42a9-bb81-c80911c96718" providerId="ADAL" clId="{34468C8A-9D87-4374-A7AF-8440159CE76F}" dt="2024-05-13T21:33:12.207" v="1460" actId="14100"/>
          <ac:cxnSpMkLst>
            <pc:docMk/>
            <pc:sldMk cId="3306127351" sldId="256"/>
            <ac:cxnSpMk id="278" creationId="{41C44353-3D4E-ECE2-2B76-2F09F5E7FB54}"/>
          </ac:cxnSpMkLst>
        </pc:cxnChg>
        <pc:cxnChg chg="add mod">
          <ac:chgData name="Sándor Kolos Barnabás" userId="2a2e4dee-3678-42a9-bb81-c80911c96718" providerId="ADAL" clId="{34468C8A-9D87-4374-A7AF-8440159CE76F}" dt="2024-05-13T20:45:02.684" v="1335" actId="1076"/>
          <ac:cxnSpMkLst>
            <pc:docMk/>
            <pc:sldMk cId="3306127351" sldId="256"/>
            <ac:cxnSpMk id="280" creationId="{963D3ADC-0D97-54BB-76C4-946119C2A684}"/>
          </ac:cxnSpMkLst>
        </pc:cxnChg>
        <pc:cxnChg chg="add mod">
          <ac:chgData name="Sándor Kolos Barnabás" userId="2a2e4dee-3678-42a9-bb81-c80911c96718" providerId="ADAL" clId="{34468C8A-9D87-4374-A7AF-8440159CE76F}" dt="2024-05-13T20:45:02.684" v="1335" actId="1076"/>
          <ac:cxnSpMkLst>
            <pc:docMk/>
            <pc:sldMk cId="3306127351" sldId="256"/>
            <ac:cxnSpMk id="284" creationId="{D7755099-AFA0-589F-79FB-4F66D1BFD05B}"/>
          </ac:cxnSpMkLst>
        </pc:cxnChg>
        <pc:cxnChg chg="add mod">
          <ac:chgData name="Sándor Kolos Barnabás" userId="2a2e4dee-3678-42a9-bb81-c80911c96718" providerId="ADAL" clId="{34468C8A-9D87-4374-A7AF-8440159CE76F}" dt="2024-05-15T17:36:16.283" v="1586" actId="1076"/>
          <ac:cxnSpMkLst>
            <pc:docMk/>
            <pc:sldMk cId="3306127351" sldId="256"/>
            <ac:cxnSpMk id="285" creationId="{147BD224-2682-324A-D578-2725F8C23315}"/>
          </ac:cxnSpMkLst>
        </pc:cxnChg>
        <pc:cxnChg chg="add mod">
          <ac:chgData name="Sándor Kolos Barnabás" userId="2a2e4dee-3678-42a9-bb81-c80911c96718" providerId="ADAL" clId="{34468C8A-9D87-4374-A7AF-8440159CE76F}" dt="2024-05-15T17:39:05.236" v="1639" actId="1076"/>
          <ac:cxnSpMkLst>
            <pc:docMk/>
            <pc:sldMk cId="3306127351" sldId="256"/>
            <ac:cxnSpMk id="286" creationId="{29721A61-86B0-017C-D360-56D50B88A62F}"/>
          </ac:cxnSpMkLst>
        </pc:cxnChg>
      </pc:sldChg>
      <pc:sldChg chg="new del">
        <pc:chgData name="Sándor Kolos Barnabás" userId="2a2e4dee-3678-42a9-bb81-c80911c96718" providerId="ADAL" clId="{34468C8A-9D87-4374-A7AF-8440159CE76F}" dt="2024-05-13T19:21:30.220" v="508" actId="680"/>
        <pc:sldMkLst>
          <pc:docMk/>
          <pc:sldMk cId="987467262" sldId="257"/>
        </pc:sldMkLst>
      </pc:sldChg>
      <pc:sldChg chg="addSp delSp modSp new mod">
        <pc:chgData name="Sándor Kolos Barnabás" userId="2a2e4dee-3678-42a9-bb81-c80911c96718" providerId="ADAL" clId="{34468C8A-9D87-4374-A7AF-8440159CE76F}" dt="2024-05-15T19:02:58.607" v="2189"/>
        <pc:sldMkLst>
          <pc:docMk/>
          <pc:sldMk cId="3237560137" sldId="257"/>
        </pc:sldMkLst>
        <pc:spChg chg="del">
          <ac:chgData name="Sándor Kolos Barnabás" userId="2a2e4dee-3678-42a9-bb81-c80911c96718" providerId="ADAL" clId="{34468C8A-9D87-4374-A7AF-8440159CE76F}" dt="2024-05-15T17:42:11.205" v="1641" actId="478"/>
          <ac:spMkLst>
            <pc:docMk/>
            <pc:sldMk cId="3237560137" sldId="257"/>
            <ac:spMk id="2" creationId="{5826F434-C6A8-0F1E-0B7A-B0429CB6AC30}"/>
          </ac:spMkLst>
        </pc:spChg>
        <pc:spChg chg="del">
          <ac:chgData name="Sándor Kolos Barnabás" userId="2a2e4dee-3678-42a9-bb81-c80911c96718" providerId="ADAL" clId="{34468C8A-9D87-4374-A7AF-8440159CE76F}" dt="2024-05-15T17:42:13.018" v="1642" actId="478"/>
          <ac:spMkLst>
            <pc:docMk/>
            <pc:sldMk cId="3237560137" sldId="257"/>
            <ac:spMk id="3" creationId="{B29EB4AE-95D6-70C7-03B3-7F78FACFC6E2}"/>
          </ac:spMkLst>
        </pc:spChg>
        <pc:spChg chg="add mod">
          <ac:chgData name="Sándor Kolos Barnabás" userId="2a2e4dee-3678-42a9-bb81-c80911c96718" providerId="ADAL" clId="{34468C8A-9D87-4374-A7AF-8440159CE76F}" dt="2024-05-15T17:45:31.767" v="1688" actId="1076"/>
          <ac:spMkLst>
            <pc:docMk/>
            <pc:sldMk cId="3237560137" sldId="257"/>
            <ac:spMk id="4" creationId="{A1DD0606-EDCA-B5F0-5982-C08E2709CEED}"/>
          </ac:spMkLst>
        </pc:spChg>
        <pc:spChg chg="add mod">
          <ac:chgData name="Sándor Kolos Barnabás" userId="2a2e4dee-3678-42a9-bb81-c80911c96718" providerId="ADAL" clId="{34468C8A-9D87-4374-A7AF-8440159CE76F}" dt="2024-05-15T17:45:51.591" v="1702" actId="1076"/>
          <ac:spMkLst>
            <pc:docMk/>
            <pc:sldMk cId="3237560137" sldId="257"/>
            <ac:spMk id="26" creationId="{0C2BEE38-47D5-ED77-6395-AE0D70DDB224}"/>
          </ac:spMkLst>
        </pc:spChg>
        <pc:spChg chg="add del">
          <ac:chgData name="Sándor Kolos Barnabás" userId="2a2e4dee-3678-42a9-bb81-c80911c96718" providerId="ADAL" clId="{34468C8A-9D87-4374-A7AF-8440159CE76F}" dt="2024-05-15T17:46:01.857" v="1704" actId="478"/>
          <ac:spMkLst>
            <pc:docMk/>
            <pc:sldMk cId="3237560137" sldId="257"/>
            <ac:spMk id="27" creationId="{635854FF-084C-16F0-BF7F-70E0B1B43E2A}"/>
          </ac:spMkLst>
        </pc:spChg>
        <pc:spChg chg="add mod">
          <ac:chgData name="Sándor Kolos Barnabás" userId="2a2e4dee-3678-42a9-bb81-c80911c96718" providerId="ADAL" clId="{34468C8A-9D87-4374-A7AF-8440159CE76F}" dt="2024-05-15T17:50:29.416" v="1875" actId="1076"/>
          <ac:spMkLst>
            <pc:docMk/>
            <pc:sldMk cId="3237560137" sldId="257"/>
            <ac:spMk id="28" creationId="{095927FF-A28B-7373-A1ED-BA7D89B37A66}"/>
          </ac:spMkLst>
        </pc:spChg>
        <pc:spChg chg="add mod">
          <ac:chgData name="Sándor Kolos Barnabás" userId="2a2e4dee-3678-42a9-bb81-c80911c96718" providerId="ADAL" clId="{34468C8A-9D87-4374-A7AF-8440159CE76F}" dt="2024-05-15T18:01:57.041" v="2061" actId="1076"/>
          <ac:spMkLst>
            <pc:docMk/>
            <pc:sldMk cId="3237560137" sldId="257"/>
            <ac:spMk id="29" creationId="{AF75EE2C-6C58-EDD3-7833-E82A6E437AA0}"/>
          </ac:spMkLst>
        </pc:spChg>
        <pc:spChg chg="add mod">
          <ac:chgData name="Sándor Kolos Barnabás" userId="2a2e4dee-3678-42a9-bb81-c80911c96718" providerId="ADAL" clId="{34468C8A-9D87-4374-A7AF-8440159CE76F}" dt="2024-05-15T17:59:36.980" v="2004" actId="1076"/>
          <ac:spMkLst>
            <pc:docMk/>
            <pc:sldMk cId="3237560137" sldId="257"/>
            <ac:spMk id="30" creationId="{A195B3D5-3EF3-7E8A-FAE7-125B5562066E}"/>
          </ac:spMkLst>
        </pc:spChg>
        <pc:spChg chg="add mod">
          <ac:chgData name="Sándor Kolos Barnabás" userId="2a2e4dee-3678-42a9-bb81-c80911c96718" providerId="ADAL" clId="{34468C8A-9D87-4374-A7AF-8440159CE76F}" dt="2024-05-15T17:51:22.797" v="1888" actId="1076"/>
          <ac:spMkLst>
            <pc:docMk/>
            <pc:sldMk cId="3237560137" sldId="257"/>
            <ac:spMk id="31" creationId="{389CA922-D44F-E614-7C60-F61A59A140E9}"/>
          </ac:spMkLst>
        </pc:spChg>
        <pc:spChg chg="add mod">
          <ac:chgData name="Sándor Kolos Barnabás" userId="2a2e4dee-3678-42a9-bb81-c80911c96718" providerId="ADAL" clId="{34468C8A-9D87-4374-A7AF-8440159CE76F}" dt="2024-05-15T18:00:18.505" v="2019" actId="1076"/>
          <ac:spMkLst>
            <pc:docMk/>
            <pc:sldMk cId="3237560137" sldId="257"/>
            <ac:spMk id="32" creationId="{4DCB2353-D3E5-A5FF-697D-018760285DD1}"/>
          </ac:spMkLst>
        </pc:spChg>
        <pc:spChg chg="add mod">
          <ac:chgData name="Sándor Kolos Barnabás" userId="2a2e4dee-3678-42a9-bb81-c80911c96718" providerId="ADAL" clId="{34468C8A-9D87-4374-A7AF-8440159CE76F}" dt="2024-05-15T17:51:47.595" v="1896" actId="692"/>
          <ac:spMkLst>
            <pc:docMk/>
            <pc:sldMk cId="3237560137" sldId="257"/>
            <ac:spMk id="33" creationId="{E5EBC545-69AF-AD1F-8C2F-11578A8DE2FE}"/>
          </ac:spMkLst>
        </pc:spChg>
        <pc:spChg chg="add mod">
          <ac:chgData name="Sándor Kolos Barnabás" userId="2a2e4dee-3678-42a9-bb81-c80911c96718" providerId="ADAL" clId="{34468C8A-9D87-4374-A7AF-8440159CE76F}" dt="2024-05-15T17:52:23.503" v="1909" actId="1076"/>
          <ac:spMkLst>
            <pc:docMk/>
            <pc:sldMk cId="3237560137" sldId="257"/>
            <ac:spMk id="34" creationId="{FA64EF65-473B-59E9-1B55-6F74D080D568}"/>
          </ac:spMkLst>
        </pc:spChg>
        <pc:spChg chg="add mod">
          <ac:chgData name="Sándor Kolos Barnabás" userId="2a2e4dee-3678-42a9-bb81-c80911c96718" providerId="ADAL" clId="{34468C8A-9D87-4374-A7AF-8440159CE76F}" dt="2024-05-15T17:52:23.503" v="1909" actId="1076"/>
          <ac:spMkLst>
            <pc:docMk/>
            <pc:sldMk cId="3237560137" sldId="257"/>
            <ac:spMk id="35" creationId="{C805BEA3-B577-BA35-BF23-2BCFFED6983F}"/>
          </ac:spMkLst>
        </pc:spChg>
        <pc:spChg chg="add mod">
          <ac:chgData name="Sándor Kolos Barnabás" userId="2a2e4dee-3678-42a9-bb81-c80911c96718" providerId="ADAL" clId="{34468C8A-9D87-4374-A7AF-8440159CE76F}" dt="2024-05-15T17:52:23.503" v="1909" actId="1076"/>
          <ac:spMkLst>
            <pc:docMk/>
            <pc:sldMk cId="3237560137" sldId="257"/>
            <ac:spMk id="36" creationId="{A4DDF415-53DD-4167-30D8-234D20DBF53C}"/>
          </ac:spMkLst>
        </pc:spChg>
        <pc:spChg chg="add mod">
          <ac:chgData name="Sándor Kolos Barnabás" userId="2a2e4dee-3678-42a9-bb81-c80911c96718" providerId="ADAL" clId="{34468C8A-9D87-4374-A7AF-8440159CE76F}" dt="2024-05-15T17:52:23.503" v="1909" actId="1076"/>
          <ac:spMkLst>
            <pc:docMk/>
            <pc:sldMk cId="3237560137" sldId="257"/>
            <ac:spMk id="37" creationId="{F956FFC0-F8F6-B658-BB58-595346C08D3F}"/>
          </ac:spMkLst>
        </pc:spChg>
        <pc:spChg chg="add mod">
          <ac:chgData name="Sándor Kolos Barnabás" userId="2a2e4dee-3678-42a9-bb81-c80911c96718" providerId="ADAL" clId="{34468C8A-9D87-4374-A7AF-8440159CE76F}" dt="2024-05-15T17:52:32.085" v="1911" actId="1076"/>
          <ac:spMkLst>
            <pc:docMk/>
            <pc:sldMk cId="3237560137" sldId="257"/>
            <ac:spMk id="38" creationId="{6D60B0C0-6466-AEA0-2A1D-C9C1412ABEC5}"/>
          </ac:spMkLst>
        </pc:spChg>
        <pc:spChg chg="add mod">
          <ac:chgData name="Sándor Kolos Barnabás" userId="2a2e4dee-3678-42a9-bb81-c80911c96718" providerId="ADAL" clId="{34468C8A-9D87-4374-A7AF-8440159CE76F}" dt="2024-05-15T17:52:32.085" v="1911" actId="1076"/>
          <ac:spMkLst>
            <pc:docMk/>
            <pc:sldMk cId="3237560137" sldId="257"/>
            <ac:spMk id="39" creationId="{EA846287-A518-4EB6-3364-1FF2A9B99A47}"/>
          </ac:spMkLst>
        </pc:spChg>
        <pc:spChg chg="add mod">
          <ac:chgData name="Sándor Kolos Barnabás" userId="2a2e4dee-3678-42a9-bb81-c80911c96718" providerId="ADAL" clId="{34468C8A-9D87-4374-A7AF-8440159CE76F}" dt="2024-05-15T17:52:32.085" v="1911" actId="1076"/>
          <ac:spMkLst>
            <pc:docMk/>
            <pc:sldMk cId="3237560137" sldId="257"/>
            <ac:spMk id="40" creationId="{EC3E5915-ABDD-4B61-1AFF-47AFD9AF2F73}"/>
          </ac:spMkLst>
        </pc:spChg>
        <pc:spChg chg="add mod">
          <ac:chgData name="Sándor Kolos Barnabás" userId="2a2e4dee-3678-42a9-bb81-c80911c96718" providerId="ADAL" clId="{34468C8A-9D87-4374-A7AF-8440159CE76F}" dt="2024-05-15T17:52:32.085" v="1911" actId="1076"/>
          <ac:spMkLst>
            <pc:docMk/>
            <pc:sldMk cId="3237560137" sldId="257"/>
            <ac:spMk id="41" creationId="{0E2D2AF6-F37D-6CA1-0C30-58BCDFBB02CE}"/>
          </ac:spMkLst>
        </pc:spChg>
        <pc:spChg chg="add mod">
          <ac:chgData name="Sándor Kolos Barnabás" userId="2a2e4dee-3678-42a9-bb81-c80911c96718" providerId="ADAL" clId="{34468C8A-9D87-4374-A7AF-8440159CE76F}" dt="2024-05-15T17:52:35.500" v="1913" actId="1076"/>
          <ac:spMkLst>
            <pc:docMk/>
            <pc:sldMk cId="3237560137" sldId="257"/>
            <ac:spMk id="42" creationId="{94924CB7-5C3E-D43E-A59A-0FB53C049FAF}"/>
          </ac:spMkLst>
        </pc:spChg>
        <pc:spChg chg="add mod">
          <ac:chgData name="Sándor Kolos Barnabás" userId="2a2e4dee-3678-42a9-bb81-c80911c96718" providerId="ADAL" clId="{34468C8A-9D87-4374-A7AF-8440159CE76F}" dt="2024-05-15T17:52:35.500" v="1913" actId="1076"/>
          <ac:spMkLst>
            <pc:docMk/>
            <pc:sldMk cId="3237560137" sldId="257"/>
            <ac:spMk id="43" creationId="{9BF6993A-A045-306B-8526-665AC90A5179}"/>
          </ac:spMkLst>
        </pc:spChg>
        <pc:spChg chg="add mod">
          <ac:chgData name="Sándor Kolos Barnabás" userId="2a2e4dee-3678-42a9-bb81-c80911c96718" providerId="ADAL" clId="{34468C8A-9D87-4374-A7AF-8440159CE76F}" dt="2024-05-15T17:52:35.500" v="1913" actId="1076"/>
          <ac:spMkLst>
            <pc:docMk/>
            <pc:sldMk cId="3237560137" sldId="257"/>
            <ac:spMk id="44" creationId="{D5860920-683D-B187-9FAA-3190C4C05D9E}"/>
          </ac:spMkLst>
        </pc:spChg>
        <pc:spChg chg="add mod">
          <ac:chgData name="Sándor Kolos Barnabás" userId="2a2e4dee-3678-42a9-bb81-c80911c96718" providerId="ADAL" clId="{34468C8A-9D87-4374-A7AF-8440159CE76F}" dt="2024-05-15T17:52:35.500" v="1913" actId="1076"/>
          <ac:spMkLst>
            <pc:docMk/>
            <pc:sldMk cId="3237560137" sldId="257"/>
            <ac:spMk id="45" creationId="{A5934E28-CFB6-D91B-4275-31622FBAABFC}"/>
          </ac:spMkLst>
        </pc:spChg>
        <pc:spChg chg="add mod">
          <ac:chgData name="Sándor Kolos Barnabás" userId="2a2e4dee-3678-42a9-bb81-c80911c96718" providerId="ADAL" clId="{34468C8A-9D87-4374-A7AF-8440159CE76F}" dt="2024-05-15T17:52:40.797" v="1915" actId="1076"/>
          <ac:spMkLst>
            <pc:docMk/>
            <pc:sldMk cId="3237560137" sldId="257"/>
            <ac:spMk id="46" creationId="{B08754FA-93EF-9346-DCEA-EC977A90E5F7}"/>
          </ac:spMkLst>
        </pc:spChg>
        <pc:spChg chg="add mod">
          <ac:chgData name="Sándor Kolos Barnabás" userId="2a2e4dee-3678-42a9-bb81-c80911c96718" providerId="ADAL" clId="{34468C8A-9D87-4374-A7AF-8440159CE76F}" dt="2024-05-15T17:52:40.797" v="1915" actId="1076"/>
          <ac:spMkLst>
            <pc:docMk/>
            <pc:sldMk cId="3237560137" sldId="257"/>
            <ac:spMk id="47" creationId="{6F4E210D-9C7B-E695-3C28-24A82A06F1C4}"/>
          </ac:spMkLst>
        </pc:spChg>
        <pc:spChg chg="add mod">
          <ac:chgData name="Sándor Kolos Barnabás" userId="2a2e4dee-3678-42a9-bb81-c80911c96718" providerId="ADAL" clId="{34468C8A-9D87-4374-A7AF-8440159CE76F}" dt="2024-05-15T17:52:40.797" v="1915" actId="1076"/>
          <ac:spMkLst>
            <pc:docMk/>
            <pc:sldMk cId="3237560137" sldId="257"/>
            <ac:spMk id="48" creationId="{FC1D0434-7019-9F24-CC9B-8A8465AB1C90}"/>
          </ac:spMkLst>
        </pc:spChg>
        <pc:spChg chg="add mod">
          <ac:chgData name="Sándor Kolos Barnabás" userId="2a2e4dee-3678-42a9-bb81-c80911c96718" providerId="ADAL" clId="{34468C8A-9D87-4374-A7AF-8440159CE76F}" dt="2024-05-15T17:52:40.797" v="1915" actId="1076"/>
          <ac:spMkLst>
            <pc:docMk/>
            <pc:sldMk cId="3237560137" sldId="257"/>
            <ac:spMk id="49" creationId="{2A19462D-AF2A-2FF1-2C88-E2F9FA5D127A}"/>
          </ac:spMkLst>
        </pc:spChg>
        <pc:spChg chg="add mod">
          <ac:chgData name="Sándor Kolos Barnabás" userId="2a2e4dee-3678-42a9-bb81-c80911c96718" providerId="ADAL" clId="{34468C8A-9D87-4374-A7AF-8440159CE76F}" dt="2024-05-15T17:52:48.177" v="1917" actId="1076"/>
          <ac:spMkLst>
            <pc:docMk/>
            <pc:sldMk cId="3237560137" sldId="257"/>
            <ac:spMk id="50" creationId="{726B657B-1F7F-36A8-464C-A8CCC6013475}"/>
          </ac:spMkLst>
        </pc:spChg>
        <pc:spChg chg="add mod">
          <ac:chgData name="Sándor Kolos Barnabás" userId="2a2e4dee-3678-42a9-bb81-c80911c96718" providerId="ADAL" clId="{34468C8A-9D87-4374-A7AF-8440159CE76F}" dt="2024-05-15T17:52:48.177" v="1917" actId="1076"/>
          <ac:spMkLst>
            <pc:docMk/>
            <pc:sldMk cId="3237560137" sldId="257"/>
            <ac:spMk id="51" creationId="{4F3D6168-C54A-B77F-4238-61EDD0A1B9E3}"/>
          </ac:spMkLst>
        </pc:spChg>
        <pc:spChg chg="add mod">
          <ac:chgData name="Sándor Kolos Barnabás" userId="2a2e4dee-3678-42a9-bb81-c80911c96718" providerId="ADAL" clId="{34468C8A-9D87-4374-A7AF-8440159CE76F}" dt="2024-05-15T17:52:48.177" v="1917" actId="1076"/>
          <ac:spMkLst>
            <pc:docMk/>
            <pc:sldMk cId="3237560137" sldId="257"/>
            <ac:spMk id="52" creationId="{42EDDCDD-5700-6A73-2BDB-683168D6F337}"/>
          </ac:spMkLst>
        </pc:spChg>
        <pc:spChg chg="add mod">
          <ac:chgData name="Sándor Kolos Barnabás" userId="2a2e4dee-3678-42a9-bb81-c80911c96718" providerId="ADAL" clId="{34468C8A-9D87-4374-A7AF-8440159CE76F}" dt="2024-05-15T17:52:48.177" v="1917" actId="1076"/>
          <ac:spMkLst>
            <pc:docMk/>
            <pc:sldMk cId="3237560137" sldId="257"/>
            <ac:spMk id="53" creationId="{D9DD94D3-63FA-65BE-ACB3-EEA4729CB99C}"/>
          </ac:spMkLst>
        </pc:spChg>
        <pc:spChg chg="add mod">
          <ac:chgData name="Sándor Kolos Barnabás" userId="2a2e4dee-3678-42a9-bb81-c80911c96718" providerId="ADAL" clId="{34468C8A-9D87-4374-A7AF-8440159CE76F}" dt="2024-05-15T17:52:54.962" v="1919" actId="1076"/>
          <ac:spMkLst>
            <pc:docMk/>
            <pc:sldMk cId="3237560137" sldId="257"/>
            <ac:spMk id="54" creationId="{48515C11-8AF9-1C83-C3C6-DF19B93FDA4C}"/>
          </ac:spMkLst>
        </pc:spChg>
        <pc:spChg chg="add mod">
          <ac:chgData name="Sándor Kolos Barnabás" userId="2a2e4dee-3678-42a9-bb81-c80911c96718" providerId="ADAL" clId="{34468C8A-9D87-4374-A7AF-8440159CE76F}" dt="2024-05-15T17:53:20.104" v="1923" actId="207"/>
          <ac:spMkLst>
            <pc:docMk/>
            <pc:sldMk cId="3237560137" sldId="257"/>
            <ac:spMk id="55" creationId="{C4EE0AED-9C93-4AE4-419D-3E87A6E735E9}"/>
          </ac:spMkLst>
        </pc:spChg>
        <pc:spChg chg="add mod">
          <ac:chgData name="Sándor Kolos Barnabás" userId="2a2e4dee-3678-42a9-bb81-c80911c96718" providerId="ADAL" clId="{34468C8A-9D87-4374-A7AF-8440159CE76F}" dt="2024-05-15T17:52:54.962" v="1919" actId="1076"/>
          <ac:spMkLst>
            <pc:docMk/>
            <pc:sldMk cId="3237560137" sldId="257"/>
            <ac:spMk id="56" creationId="{315F32E5-455D-DEC8-C68E-7BB88EFB7804}"/>
          </ac:spMkLst>
        </pc:spChg>
        <pc:spChg chg="add mod">
          <ac:chgData name="Sándor Kolos Barnabás" userId="2a2e4dee-3678-42a9-bb81-c80911c96718" providerId="ADAL" clId="{34468C8A-9D87-4374-A7AF-8440159CE76F}" dt="2024-05-15T17:52:54.962" v="1919" actId="1076"/>
          <ac:spMkLst>
            <pc:docMk/>
            <pc:sldMk cId="3237560137" sldId="257"/>
            <ac:spMk id="57" creationId="{C7AA8CC3-F4E5-A7EA-6F58-005E5427D0DF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58" creationId="{C4D4B80E-8B37-752D-58E7-1BE3683A8A94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59" creationId="{5DD35004-B270-6865-9873-9B62C666DCBB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0" creationId="{523B0253-E24D-EBE1-7BFC-8C209BB2A9EE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1" creationId="{99A44291-A66C-B08F-099E-7B88EB8E2B64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2" creationId="{9D4AA656-09ED-B203-464B-A2BB0F93559E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3" creationId="{47767EC7-9C01-952C-D683-B4285C3F6DAC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4" creationId="{A9671F35-56DD-CBE1-0C65-1718032A9667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5" creationId="{2373A713-BF6B-8353-0E84-983DA9BF5B2B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6" creationId="{AFD01765-6D3A-73E0-3766-CA1B85CB7CD5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7" creationId="{EC2FD065-EDDF-6BAB-EB1A-C1BC3AAE55D6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8" creationId="{0018985C-125B-4B0C-6F04-DFC3C27105AF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9" creationId="{5ADB0278-AC03-FB79-1F00-BD0286ECE038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0" creationId="{D7AD1D6E-8083-9D5F-0857-6990562ABC92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1" creationId="{58ABFCAF-8469-8B22-AF41-32337586863F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2" creationId="{9C5BDFC0-9145-1D6F-61DE-2F59B754CFA5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3" creationId="{3AE0FAFE-A57D-E4C5-7114-B8D178034F56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4" creationId="{5E6C344A-92A2-B966-6492-808B1F99F356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5" creationId="{9C91F9A6-0E0A-F5A9-3B8D-94ED6E4A7A26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6" creationId="{C6668230-4835-3AEE-E67F-C9112D9B65AF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7" creationId="{F180A0E6-048E-BF44-BF8C-5244C037246A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8" creationId="{E082B74E-2F25-F4D2-E59D-7F8292F53C8A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9" creationId="{FA59295C-B76F-ED80-2CCA-F38CE8EEC93B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80" creationId="{490CD038-3595-C0BA-19BF-731B18738D26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81" creationId="{FFCF0FE1-D46D-18FE-13D6-BCDF08016BA0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82" creationId="{50BFC48A-1038-75D5-1389-C14807C5D152}"/>
          </ac:spMkLst>
        </pc:spChg>
        <pc:spChg chg="add mod">
          <ac:chgData name="Sándor Kolos Barnabás" userId="2a2e4dee-3678-42a9-bb81-c80911c96718" providerId="ADAL" clId="{34468C8A-9D87-4374-A7AF-8440159CE76F}" dt="2024-05-15T17:54:10.389" v="1941" actId="1076"/>
          <ac:spMkLst>
            <pc:docMk/>
            <pc:sldMk cId="3237560137" sldId="257"/>
            <ac:spMk id="84" creationId="{6DA67CE7-E74E-7340-FA39-585772CD2C5A}"/>
          </ac:spMkLst>
        </pc:spChg>
        <pc:spChg chg="add mod">
          <ac:chgData name="Sándor Kolos Barnabás" userId="2a2e4dee-3678-42a9-bb81-c80911c96718" providerId="ADAL" clId="{34468C8A-9D87-4374-A7AF-8440159CE76F}" dt="2024-05-15T17:56:59.019" v="1952"/>
          <ac:spMkLst>
            <pc:docMk/>
            <pc:sldMk cId="3237560137" sldId="257"/>
            <ac:spMk id="89" creationId="{F5A0C887-2463-8DE1-9B99-87E91A66859B}"/>
          </ac:spMkLst>
        </pc:spChg>
        <pc:spChg chg="add mod">
          <ac:chgData name="Sándor Kolos Barnabás" userId="2a2e4dee-3678-42a9-bb81-c80911c96718" providerId="ADAL" clId="{34468C8A-9D87-4374-A7AF-8440159CE76F}" dt="2024-05-15T17:58:08.955" v="1990" actId="1076"/>
          <ac:spMkLst>
            <pc:docMk/>
            <pc:sldMk cId="3237560137" sldId="257"/>
            <ac:spMk id="96" creationId="{4D84CC31-B69E-6D9F-62FE-A96E18FD3D3E}"/>
          </ac:spMkLst>
        </pc:spChg>
        <pc:spChg chg="add mod">
          <ac:chgData name="Sándor Kolos Barnabás" userId="2a2e4dee-3678-42a9-bb81-c80911c96718" providerId="ADAL" clId="{34468C8A-9D87-4374-A7AF-8440159CE76F}" dt="2024-05-15T18:01:51.031" v="2060" actId="164"/>
          <ac:spMkLst>
            <pc:docMk/>
            <pc:sldMk cId="3237560137" sldId="257"/>
            <ac:spMk id="97" creationId="{73A53473-8037-2F51-B395-5BEC9293CFDC}"/>
          </ac:spMkLst>
        </pc:spChg>
        <pc:spChg chg="add mod">
          <ac:chgData name="Sándor Kolos Barnabás" userId="2a2e4dee-3678-42a9-bb81-c80911c96718" providerId="ADAL" clId="{34468C8A-9D87-4374-A7AF-8440159CE76F}" dt="2024-05-15T18:01:40.520" v="2058" actId="164"/>
          <ac:spMkLst>
            <pc:docMk/>
            <pc:sldMk cId="3237560137" sldId="257"/>
            <ac:spMk id="101" creationId="{A9A497CA-6329-F745-D47A-D354A2625C70}"/>
          </ac:spMkLst>
        </pc:spChg>
        <pc:spChg chg="add mod">
          <ac:chgData name="Sándor Kolos Barnabás" userId="2a2e4dee-3678-42a9-bb81-c80911c96718" providerId="ADAL" clId="{34468C8A-9D87-4374-A7AF-8440159CE76F}" dt="2024-05-15T18:01:45.542" v="2059" actId="164"/>
          <ac:spMkLst>
            <pc:docMk/>
            <pc:sldMk cId="3237560137" sldId="257"/>
            <ac:spMk id="106" creationId="{A249B9B9-7E22-46E2-9F16-F04F5C144A7D}"/>
          </ac:spMkLst>
        </pc:spChg>
        <pc:spChg chg="add mod">
          <ac:chgData name="Sándor Kolos Barnabás" userId="2a2e4dee-3678-42a9-bb81-c80911c96718" providerId="ADAL" clId="{34468C8A-9D87-4374-A7AF-8440159CE76F}" dt="2024-05-15T18:00:54.972" v="2040" actId="1076"/>
          <ac:spMkLst>
            <pc:docMk/>
            <pc:sldMk cId="3237560137" sldId="257"/>
            <ac:spMk id="129" creationId="{D195D551-6832-FDD6-73E8-D864F0BC602B}"/>
          </ac:spMkLst>
        </pc:spChg>
        <pc:grpChg chg="add mod ord">
          <ac:chgData name="Sándor Kolos Barnabás" userId="2a2e4dee-3678-42a9-bb81-c80911c96718" providerId="ADAL" clId="{34468C8A-9D87-4374-A7AF-8440159CE76F}" dt="2024-05-15T17:53:57.120" v="1933" actId="1076"/>
          <ac:grpSpMkLst>
            <pc:docMk/>
            <pc:sldMk cId="3237560137" sldId="257"/>
            <ac:grpSpMk id="83" creationId="{E731CDCA-E6CB-728A-7E3A-3D02D605AF4E}"/>
          </ac:grpSpMkLst>
        </pc:grpChg>
        <pc:grpChg chg="add mod">
          <ac:chgData name="Sándor Kolos Barnabás" userId="2a2e4dee-3678-42a9-bb81-c80911c96718" providerId="ADAL" clId="{34468C8A-9D87-4374-A7AF-8440159CE76F}" dt="2024-05-15T18:01:40.520" v="2058" actId="164"/>
          <ac:grpSpMkLst>
            <pc:docMk/>
            <pc:sldMk cId="3237560137" sldId="257"/>
            <ac:grpSpMk id="142" creationId="{E68B2572-95FD-CDDD-AF9E-3F41146C6D69}"/>
          </ac:grpSpMkLst>
        </pc:grpChg>
        <pc:grpChg chg="add mod">
          <ac:chgData name="Sándor Kolos Barnabás" userId="2a2e4dee-3678-42a9-bb81-c80911c96718" providerId="ADAL" clId="{34468C8A-9D87-4374-A7AF-8440159CE76F}" dt="2024-05-15T18:01:45.542" v="2059" actId="164"/>
          <ac:grpSpMkLst>
            <pc:docMk/>
            <pc:sldMk cId="3237560137" sldId="257"/>
            <ac:grpSpMk id="143" creationId="{3650D1D9-A735-EE5B-9454-D1A387A7A188}"/>
          </ac:grpSpMkLst>
        </pc:grpChg>
        <pc:grpChg chg="add mod">
          <ac:chgData name="Sándor Kolos Barnabás" userId="2a2e4dee-3678-42a9-bb81-c80911c96718" providerId="ADAL" clId="{34468C8A-9D87-4374-A7AF-8440159CE76F}" dt="2024-05-15T18:01:51.031" v="2060" actId="164"/>
          <ac:grpSpMkLst>
            <pc:docMk/>
            <pc:sldMk cId="3237560137" sldId="257"/>
            <ac:grpSpMk id="144" creationId="{783F4F16-0783-A481-169D-D21F1DE605D0}"/>
          </ac:grpSpMkLst>
        </pc:grpChg>
        <pc:picChg chg="add del">
          <ac:chgData name="Sándor Kolos Barnabás" userId="2a2e4dee-3678-42a9-bb81-c80911c96718" providerId="ADAL" clId="{34468C8A-9D87-4374-A7AF-8440159CE76F}" dt="2024-05-15T17:44:33.461" v="1662" actId="22"/>
          <ac:picMkLst>
            <pc:docMk/>
            <pc:sldMk cId="3237560137" sldId="257"/>
            <ac:picMk id="10" creationId="{1850B1F4-998F-713D-CDF9-C9D65A0F590A}"/>
          </ac:picMkLst>
        </pc:picChg>
        <pc:cxnChg chg="add mod">
          <ac:chgData name="Sándor Kolos Barnabás" userId="2a2e4dee-3678-42a9-bb81-c80911c96718" providerId="ADAL" clId="{34468C8A-9D87-4374-A7AF-8440159CE76F}" dt="2024-05-15T17:45:31.767" v="1688" actId="1076"/>
          <ac:cxnSpMkLst>
            <pc:docMk/>
            <pc:sldMk cId="3237560137" sldId="257"/>
            <ac:cxnSpMk id="6" creationId="{47D139AA-C3EB-86BE-F725-A855146AA711}"/>
          </ac:cxnSpMkLst>
        </pc:cxnChg>
        <pc:cxnChg chg="add mod">
          <ac:chgData name="Sándor Kolos Barnabás" userId="2a2e4dee-3678-42a9-bb81-c80911c96718" providerId="ADAL" clId="{34468C8A-9D87-4374-A7AF-8440159CE76F}" dt="2024-05-15T17:45:31.767" v="1688" actId="1076"/>
          <ac:cxnSpMkLst>
            <pc:docMk/>
            <pc:sldMk cId="3237560137" sldId="257"/>
            <ac:cxnSpMk id="11" creationId="{1B447E01-7B73-E45F-B1FE-481D093BDA1F}"/>
          </ac:cxnSpMkLst>
        </pc:cxnChg>
        <pc:cxnChg chg="add del mod">
          <ac:chgData name="Sándor Kolos Barnabás" userId="2a2e4dee-3678-42a9-bb81-c80911c96718" providerId="ADAL" clId="{34468C8A-9D87-4374-A7AF-8440159CE76F}" dt="2024-05-15T17:44:47.331" v="1670" actId="478"/>
          <ac:cxnSpMkLst>
            <pc:docMk/>
            <pc:sldMk cId="3237560137" sldId="257"/>
            <ac:cxnSpMk id="12" creationId="{CD13891B-184D-C386-044E-1F5C885BDDFB}"/>
          </ac:cxnSpMkLst>
        </pc:cxnChg>
        <pc:cxnChg chg="add mod">
          <ac:chgData name="Sándor Kolos Barnabás" userId="2a2e4dee-3678-42a9-bb81-c80911c96718" providerId="ADAL" clId="{34468C8A-9D87-4374-A7AF-8440159CE76F}" dt="2024-05-15T17:45:31.767" v="1688" actId="1076"/>
          <ac:cxnSpMkLst>
            <pc:docMk/>
            <pc:sldMk cId="3237560137" sldId="257"/>
            <ac:cxnSpMk id="15" creationId="{CC4E7D8C-D923-A429-FBC9-8BD1E4E9A9F1}"/>
          </ac:cxnSpMkLst>
        </pc:cxnChg>
        <pc:cxnChg chg="add mod">
          <ac:chgData name="Sándor Kolos Barnabás" userId="2a2e4dee-3678-42a9-bb81-c80911c96718" providerId="ADAL" clId="{34468C8A-9D87-4374-A7AF-8440159CE76F}" dt="2024-05-15T17:45:31.767" v="1688" actId="1076"/>
          <ac:cxnSpMkLst>
            <pc:docMk/>
            <pc:sldMk cId="3237560137" sldId="257"/>
            <ac:cxnSpMk id="16" creationId="{0220891E-BE06-3A35-6F28-46D20106E159}"/>
          </ac:cxnSpMkLst>
        </pc:cxnChg>
        <pc:cxnChg chg="add mod">
          <ac:chgData name="Sándor Kolos Barnabás" userId="2a2e4dee-3678-42a9-bb81-c80911c96718" providerId="ADAL" clId="{34468C8A-9D87-4374-A7AF-8440159CE76F}" dt="2024-05-15T17:45:31.767" v="1688" actId="1076"/>
          <ac:cxnSpMkLst>
            <pc:docMk/>
            <pc:sldMk cId="3237560137" sldId="257"/>
            <ac:cxnSpMk id="18" creationId="{E60AE183-0A5C-26F2-DCB6-9842F0577474}"/>
          </ac:cxnSpMkLst>
        </pc:cxnChg>
        <pc:cxnChg chg="add mod">
          <ac:chgData name="Sándor Kolos Barnabás" userId="2a2e4dee-3678-42a9-bb81-c80911c96718" providerId="ADAL" clId="{34468C8A-9D87-4374-A7AF-8440159CE76F}" dt="2024-05-15T17:56:54.746" v="1951" actId="692"/>
          <ac:cxnSpMkLst>
            <pc:docMk/>
            <pc:sldMk cId="3237560137" sldId="257"/>
            <ac:cxnSpMk id="86" creationId="{63DC07A7-693B-BA64-07D8-5453165C8716}"/>
          </ac:cxnSpMkLst>
        </pc:cxnChg>
        <pc:cxnChg chg="add mod">
          <ac:chgData name="Sándor Kolos Barnabás" userId="2a2e4dee-3678-42a9-bb81-c80911c96718" providerId="ADAL" clId="{34468C8A-9D87-4374-A7AF-8440159CE76F}" dt="2024-05-15T18:01:57.041" v="2061" actId="1076"/>
          <ac:cxnSpMkLst>
            <pc:docMk/>
            <pc:sldMk cId="3237560137" sldId="257"/>
            <ac:cxnSpMk id="90" creationId="{E708330B-0F49-7D4A-4A9C-9673D0439660}"/>
          </ac:cxnSpMkLst>
        </pc:cxnChg>
        <pc:cxnChg chg="add mod">
          <ac:chgData name="Sándor Kolos Barnabás" userId="2a2e4dee-3678-42a9-bb81-c80911c96718" providerId="ADAL" clId="{34468C8A-9D87-4374-A7AF-8440159CE76F}" dt="2024-05-15T18:01:57.041" v="2061" actId="1076"/>
          <ac:cxnSpMkLst>
            <pc:docMk/>
            <pc:sldMk cId="3237560137" sldId="257"/>
            <ac:cxnSpMk id="93" creationId="{C3CD3270-0551-E271-2DD2-DA8CF269E864}"/>
          </ac:cxnSpMkLst>
        </pc:cxnChg>
        <pc:cxnChg chg="add mod">
          <ac:chgData name="Sándor Kolos Barnabás" userId="2a2e4dee-3678-42a9-bb81-c80911c96718" providerId="ADAL" clId="{34468C8A-9D87-4374-A7AF-8440159CE76F}" dt="2024-05-15T18:02:02.827" v="2062" actId="14100"/>
          <ac:cxnSpMkLst>
            <pc:docMk/>
            <pc:sldMk cId="3237560137" sldId="257"/>
            <ac:cxnSpMk id="98" creationId="{D21293AD-4239-02D3-3B6D-120005C4D838}"/>
          </ac:cxnSpMkLst>
        </pc:cxnChg>
        <pc:cxnChg chg="add mod">
          <ac:chgData name="Sándor Kolos Barnabás" userId="2a2e4dee-3678-42a9-bb81-c80911c96718" providerId="ADAL" clId="{34468C8A-9D87-4374-A7AF-8440159CE76F}" dt="2024-05-15T18:01:45.542" v="2059" actId="164"/>
          <ac:cxnSpMkLst>
            <pc:docMk/>
            <pc:sldMk cId="3237560137" sldId="257"/>
            <ac:cxnSpMk id="102" creationId="{F36B1168-8B22-A190-76B2-BB87EF0BC5C9}"/>
          </ac:cxnSpMkLst>
        </pc:cxnChg>
        <pc:cxnChg chg="add mod">
          <ac:chgData name="Sándor Kolos Barnabás" userId="2a2e4dee-3678-42a9-bb81-c80911c96718" providerId="ADAL" clId="{34468C8A-9D87-4374-A7AF-8440159CE76F}" dt="2024-05-15T18:01:57.041" v="2061" actId="1076"/>
          <ac:cxnSpMkLst>
            <pc:docMk/>
            <pc:sldMk cId="3237560137" sldId="257"/>
            <ac:cxnSpMk id="126" creationId="{A1DB97F8-7AA8-775B-693F-9518B6B945A6}"/>
          </ac:cxnSpMkLst>
        </pc:cxnChg>
        <pc:cxnChg chg="add del mod">
          <ac:chgData name="Sándor Kolos Barnabás" userId="2a2e4dee-3678-42a9-bb81-c80911c96718" providerId="ADAL" clId="{34468C8A-9D87-4374-A7AF-8440159CE76F}" dt="2024-05-15T18:01:07.281" v="2044" actId="478"/>
          <ac:cxnSpMkLst>
            <pc:docMk/>
            <pc:sldMk cId="3237560137" sldId="257"/>
            <ac:cxnSpMk id="130" creationId="{D47D3D1C-07EC-48B5-01CF-A1D8A641C1F8}"/>
          </ac:cxnSpMkLst>
        </pc:cxnChg>
        <pc:cxnChg chg="add mod">
          <ac:chgData name="Sándor Kolos Barnabás" userId="2a2e4dee-3678-42a9-bb81-c80911c96718" providerId="ADAL" clId="{34468C8A-9D87-4374-A7AF-8440159CE76F}" dt="2024-05-15T18:01:16.404" v="2048" actId="14100"/>
          <ac:cxnSpMkLst>
            <pc:docMk/>
            <pc:sldMk cId="3237560137" sldId="257"/>
            <ac:cxnSpMk id="132" creationId="{72D20DF7-48F1-BD71-009D-4A379996AB90}"/>
          </ac:cxnSpMkLst>
        </pc:cxnChg>
        <pc:cxnChg chg="add mod">
          <ac:chgData name="Sándor Kolos Barnabás" userId="2a2e4dee-3678-42a9-bb81-c80911c96718" providerId="ADAL" clId="{34468C8A-9D87-4374-A7AF-8440159CE76F}" dt="2024-05-15T18:02:10.007" v="2063" actId="14100"/>
          <ac:cxnSpMkLst>
            <pc:docMk/>
            <pc:sldMk cId="3237560137" sldId="257"/>
            <ac:cxnSpMk id="135" creationId="{2C337F47-DB75-401E-25FA-3B964ADB2CAA}"/>
          </ac:cxnSpMkLst>
        </pc:cxnChg>
        <pc:cxnChg chg="add mod">
          <ac:chgData name="Sándor Kolos Barnabás" userId="2a2e4dee-3678-42a9-bb81-c80911c96718" providerId="ADAL" clId="{34468C8A-9D87-4374-A7AF-8440159CE76F}" dt="2024-05-15T18:01:33.998" v="2057" actId="14100"/>
          <ac:cxnSpMkLst>
            <pc:docMk/>
            <pc:sldMk cId="3237560137" sldId="257"/>
            <ac:cxnSpMk id="138" creationId="{84BE1B2E-7C6E-FA66-DE84-37D786CCC015}"/>
          </ac:cxnSpMkLst>
        </pc:cxnChg>
        <pc:cxnChg chg="add mod">
          <ac:chgData name="Sándor Kolos Barnabás" userId="2a2e4dee-3678-42a9-bb81-c80911c96718" providerId="ADAL" clId="{34468C8A-9D87-4374-A7AF-8440159CE76F}" dt="2024-05-15T19:02:58.607" v="2189"/>
          <ac:cxnSpMkLst>
            <pc:docMk/>
            <pc:sldMk cId="3237560137" sldId="257"/>
            <ac:cxnSpMk id="151" creationId="{84989A1D-FC7A-732A-3339-5703C359DEE6}"/>
          </ac:cxnSpMkLst>
        </pc:cxnChg>
      </pc:sldChg>
      <pc:sldChg chg="addSp delSp modSp new mod">
        <pc:chgData name="Sándor Kolos Barnabás" userId="2a2e4dee-3678-42a9-bb81-c80911c96718" providerId="ADAL" clId="{34468C8A-9D87-4374-A7AF-8440159CE76F}" dt="2024-05-15T19:12:45.549" v="2367" actId="1076"/>
        <pc:sldMkLst>
          <pc:docMk/>
          <pc:sldMk cId="711471902" sldId="258"/>
        </pc:sldMkLst>
        <pc:spChg chg="del">
          <ac:chgData name="Sándor Kolos Barnabás" userId="2a2e4dee-3678-42a9-bb81-c80911c96718" providerId="ADAL" clId="{34468C8A-9D87-4374-A7AF-8440159CE76F}" dt="2024-05-15T18:55:50.192" v="2065" actId="478"/>
          <ac:spMkLst>
            <pc:docMk/>
            <pc:sldMk cId="711471902" sldId="258"/>
            <ac:spMk id="2" creationId="{74261201-5CE1-D07D-09B0-3683D798727C}"/>
          </ac:spMkLst>
        </pc:spChg>
        <pc:spChg chg="del">
          <ac:chgData name="Sándor Kolos Barnabás" userId="2a2e4dee-3678-42a9-bb81-c80911c96718" providerId="ADAL" clId="{34468C8A-9D87-4374-A7AF-8440159CE76F}" dt="2024-05-15T18:55:51.651" v="2066" actId="478"/>
          <ac:spMkLst>
            <pc:docMk/>
            <pc:sldMk cId="711471902" sldId="258"/>
            <ac:spMk id="3" creationId="{10283C8F-DEC0-BC4C-CF3F-3CCF9CCFD73C}"/>
          </ac:spMkLst>
        </pc:spChg>
        <pc:spChg chg="add mod topLvl">
          <ac:chgData name="Sándor Kolos Barnabás" userId="2a2e4dee-3678-42a9-bb81-c80911c96718" providerId="ADAL" clId="{34468C8A-9D87-4374-A7AF-8440159CE76F}" dt="2024-05-15T18:58:14.228" v="2092" actId="165"/>
          <ac:spMkLst>
            <pc:docMk/>
            <pc:sldMk cId="711471902" sldId="258"/>
            <ac:spMk id="4" creationId="{811ECCEA-2A4F-8FAB-8AEE-8F07EFE9F1AE}"/>
          </ac:spMkLst>
        </pc:spChg>
        <pc:spChg chg="add mod topLvl">
          <ac:chgData name="Sándor Kolos Barnabás" userId="2a2e4dee-3678-42a9-bb81-c80911c96718" providerId="ADAL" clId="{34468C8A-9D87-4374-A7AF-8440159CE76F}" dt="2024-05-15T19:12:36.382" v="2366" actId="1076"/>
          <ac:spMkLst>
            <pc:docMk/>
            <pc:sldMk cId="711471902" sldId="258"/>
            <ac:spMk id="10" creationId="{8CD2C475-EB85-5960-A536-94D637C2226C}"/>
          </ac:spMkLst>
        </pc:spChg>
        <pc:spChg chg="add mod">
          <ac:chgData name="Sándor Kolos Barnabás" userId="2a2e4dee-3678-42a9-bb81-c80911c96718" providerId="ADAL" clId="{34468C8A-9D87-4374-A7AF-8440159CE76F}" dt="2024-05-15T19:12:22.550" v="2362" actId="113"/>
          <ac:spMkLst>
            <pc:docMk/>
            <pc:sldMk cId="711471902" sldId="258"/>
            <ac:spMk id="13" creationId="{FE9752E6-9A62-088A-220A-FA58D0B448DC}"/>
          </ac:spMkLst>
        </pc:spChg>
        <pc:spChg chg="add mod">
          <ac:chgData name="Sándor Kolos Barnabás" userId="2a2e4dee-3678-42a9-bb81-c80911c96718" providerId="ADAL" clId="{34468C8A-9D87-4374-A7AF-8440159CE76F}" dt="2024-05-15T19:12:31.936" v="2365" actId="1076"/>
          <ac:spMkLst>
            <pc:docMk/>
            <pc:sldMk cId="711471902" sldId="258"/>
            <ac:spMk id="14" creationId="{51D110F6-EB4C-1C80-959E-AFD43A73BBAD}"/>
          </ac:spMkLst>
        </pc:spChg>
        <pc:spChg chg="add mod">
          <ac:chgData name="Sándor Kolos Barnabás" userId="2a2e4dee-3678-42a9-bb81-c80911c96718" providerId="ADAL" clId="{34468C8A-9D87-4374-A7AF-8440159CE76F}" dt="2024-05-15T19:02:40.622" v="2183" actId="1076"/>
          <ac:spMkLst>
            <pc:docMk/>
            <pc:sldMk cId="711471902" sldId="258"/>
            <ac:spMk id="15" creationId="{9A9144CB-BD90-ADFC-E2D9-775113965AEF}"/>
          </ac:spMkLst>
        </pc:spChg>
        <pc:spChg chg="add mod">
          <ac:chgData name="Sándor Kolos Barnabás" userId="2a2e4dee-3678-42a9-bb81-c80911c96718" providerId="ADAL" clId="{34468C8A-9D87-4374-A7AF-8440159CE76F}" dt="2024-05-15T19:01:08.496" v="2176" actId="14100"/>
          <ac:spMkLst>
            <pc:docMk/>
            <pc:sldMk cId="711471902" sldId="258"/>
            <ac:spMk id="16" creationId="{0CA85820-D628-849D-5196-E08396583A82}"/>
          </ac:spMkLst>
        </pc:spChg>
        <pc:spChg chg="add mod">
          <ac:chgData name="Sándor Kolos Barnabás" userId="2a2e4dee-3678-42a9-bb81-c80911c96718" providerId="ADAL" clId="{34468C8A-9D87-4374-A7AF-8440159CE76F}" dt="2024-05-15T19:01:13.202" v="2178" actId="1076"/>
          <ac:spMkLst>
            <pc:docMk/>
            <pc:sldMk cId="711471902" sldId="258"/>
            <ac:spMk id="17" creationId="{EAC4AFAA-F44C-2F0C-F2F4-23E70F04E8E4}"/>
          </ac:spMkLst>
        </pc:spChg>
        <pc:spChg chg="add mod">
          <ac:chgData name="Sándor Kolos Barnabás" userId="2a2e4dee-3678-42a9-bb81-c80911c96718" providerId="ADAL" clId="{34468C8A-9D87-4374-A7AF-8440159CE76F}" dt="2024-05-15T19:00:59.569" v="2174" actId="14100"/>
          <ac:spMkLst>
            <pc:docMk/>
            <pc:sldMk cId="711471902" sldId="258"/>
            <ac:spMk id="18" creationId="{0457EA76-D355-04EE-935A-C45DC7A7FC78}"/>
          </ac:spMkLst>
        </pc:spChg>
        <pc:spChg chg="add mod">
          <ac:chgData name="Sándor Kolos Barnabás" userId="2a2e4dee-3678-42a9-bb81-c80911c96718" providerId="ADAL" clId="{34468C8A-9D87-4374-A7AF-8440159CE76F}" dt="2024-05-15T19:01:22.288" v="2180" actId="1076"/>
          <ac:spMkLst>
            <pc:docMk/>
            <pc:sldMk cId="711471902" sldId="258"/>
            <ac:spMk id="19" creationId="{A1CC824E-66AC-E1B2-4843-D5408F4372CE}"/>
          </ac:spMkLst>
        </pc:spChg>
        <pc:spChg chg="add mod">
          <ac:chgData name="Sándor Kolos Barnabás" userId="2a2e4dee-3678-42a9-bb81-c80911c96718" providerId="ADAL" clId="{34468C8A-9D87-4374-A7AF-8440159CE76F}" dt="2024-05-15T19:01:22.288" v="2180" actId="1076"/>
          <ac:spMkLst>
            <pc:docMk/>
            <pc:sldMk cId="711471902" sldId="258"/>
            <ac:spMk id="20" creationId="{DED0EF75-E020-5053-9145-60C11C33E221}"/>
          </ac:spMkLst>
        </pc:spChg>
        <pc:spChg chg="add mod">
          <ac:chgData name="Sándor Kolos Barnabás" userId="2a2e4dee-3678-42a9-bb81-c80911c96718" providerId="ADAL" clId="{34468C8A-9D87-4374-A7AF-8440159CE76F}" dt="2024-05-15T19:02:36.438" v="2182" actId="1076"/>
          <ac:spMkLst>
            <pc:docMk/>
            <pc:sldMk cId="711471902" sldId="258"/>
            <ac:spMk id="21" creationId="{76760D69-F935-1262-1E34-47ACAA0E1B1E}"/>
          </ac:spMkLst>
        </pc:spChg>
        <pc:spChg chg="add mod">
          <ac:chgData name="Sándor Kolos Barnabás" userId="2a2e4dee-3678-42a9-bb81-c80911c96718" providerId="ADAL" clId="{34468C8A-9D87-4374-A7AF-8440159CE76F}" dt="2024-05-15T19:02:45.554" v="2185" actId="1076"/>
          <ac:spMkLst>
            <pc:docMk/>
            <pc:sldMk cId="711471902" sldId="258"/>
            <ac:spMk id="22" creationId="{4A68A048-5C3C-8E17-E27E-1CC568D94E72}"/>
          </ac:spMkLst>
        </pc:spChg>
        <pc:spChg chg="add mod">
          <ac:chgData name="Sándor Kolos Barnabás" userId="2a2e4dee-3678-42a9-bb81-c80911c96718" providerId="ADAL" clId="{34468C8A-9D87-4374-A7AF-8440159CE76F}" dt="2024-05-15T19:02:53.674" v="2188" actId="14100"/>
          <ac:spMkLst>
            <pc:docMk/>
            <pc:sldMk cId="711471902" sldId="258"/>
            <ac:spMk id="23" creationId="{EF75049A-7953-A13D-083E-D99E33B3D7DE}"/>
          </ac:spMkLst>
        </pc:spChg>
        <pc:spChg chg="add mod">
          <ac:chgData name="Sándor Kolos Barnabás" userId="2a2e4dee-3678-42a9-bb81-c80911c96718" providerId="ADAL" clId="{34468C8A-9D87-4374-A7AF-8440159CE76F}" dt="2024-05-15T19:04:41.816" v="2224" actId="1076"/>
          <ac:spMkLst>
            <pc:docMk/>
            <pc:sldMk cId="711471902" sldId="258"/>
            <ac:spMk id="45" creationId="{9721069D-C2B8-9D6D-0878-1416360EB149}"/>
          </ac:spMkLst>
        </pc:spChg>
        <pc:spChg chg="add mod">
          <ac:chgData name="Sándor Kolos Barnabás" userId="2a2e4dee-3678-42a9-bb81-c80911c96718" providerId="ADAL" clId="{34468C8A-9D87-4374-A7AF-8440159CE76F}" dt="2024-05-15T19:04:47.388" v="2226" actId="1076"/>
          <ac:spMkLst>
            <pc:docMk/>
            <pc:sldMk cId="711471902" sldId="258"/>
            <ac:spMk id="46" creationId="{190865D6-E2F4-8709-0A00-3939830A7B23}"/>
          </ac:spMkLst>
        </pc:spChg>
        <pc:spChg chg="add mod">
          <ac:chgData name="Sándor Kolos Barnabás" userId="2a2e4dee-3678-42a9-bb81-c80911c96718" providerId="ADAL" clId="{34468C8A-9D87-4374-A7AF-8440159CE76F}" dt="2024-05-15T19:06:29.692" v="2255" actId="1076"/>
          <ac:spMkLst>
            <pc:docMk/>
            <pc:sldMk cId="711471902" sldId="258"/>
            <ac:spMk id="50" creationId="{A98212B7-AF53-8BB7-4A51-BD1A0821DC3F}"/>
          </ac:spMkLst>
        </pc:spChg>
        <pc:spChg chg="add mod">
          <ac:chgData name="Sándor Kolos Barnabás" userId="2a2e4dee-3678-42a9-bb81-c80911c96718" providerId="ADAL" clId="{34468C8A-9D87-4374-A7AF-8440159CE76F}" dt="2024-05-15T19:06:53.559" v="2261" actId="1076"/>
          <ac:spMkLst>
            <pc:docMk/>
            <pc:sldMk cId="711471902" sldId="258"/>
            <ac:spMk id="51" creationId="{48364A7E-4300-DE35-58BF-FC09005C69D9}"/>
          </ac:spMkLst>
        </pc:spChg>
        <pc:spChg chg="add mod">
          <ac:chgData name="Sándor Kolos Barnabás" userId="2a2e4dee-3678-42a9-bb81-c80911c96718" providerId="ADAL" clId="{34468C8A-9D87-4374-A7AF-8440159CE76F}" dt="2024-05-15T19:07:07.268" v="2272" actId="1076"/>
          <ac:spMkLst>
            <pc:docMk/>
            <pc:sldMk cId="711471902" sldId="258"/>
            <ac:spMk id="52" creationId="{05C1C955-9D3A-EB6E-55BF-60D84DEE8C5E}"/>
          </ac:spMkLst>
        </pc:spChg>
        <pc:spChg chg="add mod">
          <ac:chgData name="Sándor Kolos Barnabás" userId="2a2e4dee-3678-42a9-bb81-c80911c96718" providerId="ADAL" clId="{34468C8A-9D87-4374-A7AF-8440159CE76F}" dt="2024-05-15T19:07:12.216" v="2274" actId="1076"/>
          <ac:spMkLst>
            <pc:docMk/>
            <pc:sldMk cId="711471902" sldId="258"/>
            <ac:spMk id="53" creationId="{AFF9D510-D033-34E6-63D8-DA9099CC67C7}"/>
          </ac:spMkLst>
        </pc:spChg>
        <pc:spChg chg="add mod">
          <ac:chgData name="Sándor Kolos Barnabás" userId="2a2e4dee-3678-42a9-bb81-c80911c96718" providerId="ADAL" clId="{34468C8A-9D87-4374-A7AF-8440159CE76F}" dt="2024-05-15T19:07:19.555" v="2283" actId="20577"/>
          <ac:spMkLst>
            <pc:docMk/>
            <pc:sldMk cId="711471902" sldId="258"/>
            <ac:spMk id="54" creationId="{71913318-2C92-3C43-A3FE-EE510A9C0DEC}"/>
          </ac:spMkLst>
        </pc:spChg>
        <pc:spChg chg="add mod">
          <ac:chgData name="Sándor Kolos Barnabás" userId="2a2e4dee-3678-42a9-bb81-c80911c96718" providerId="ADAL" clId="{34468C8A-9D87-4374-A7AF-8440159CE76F}" dt="2024-05-15T19:07:31.591" v="2292" actId="20577"/>
          <ac:spMkLst>
            <pc:docMk/>
            <pc:sldMk cId="711471902" sldId="258"/>
            <ac:spMk id="55" creationId="{2A18DDB2-1119-9FEF-0E5D-ECF8C33889ED}"/>
          </ac:spMkLst>
        </pc:spChg>
        <pc:spChg chg="add mod">
          <ac:chgData name="Sándor Kolos Barnabás" userId="2a2e4dee-3678-42a9-bb81-c80911c96718" providerId="ADAL" clId="{34468C8A-9D87-4374-A7AF-8440159CE76F}" dt="2024-05-15T19:07:41.264" v="2303" actId="20577"/>
          <ac:spMkLst>
            <pc:docMk/>
            <pc:sldMk cId="711471902" sldId="258"/>
            <ac:spMk id="56" creationId="{9BE84EDD-51A4-764A-78DA-28E65FF575B0}"/>
          </ac:spMkLst>
        </pc:spChg>
        <pc:spChg chg="add mod">
          <ac:chgData name="Sándor Kolos Barnabás" userId="2a2e4dee-3678-42a9-bb81-c80911c96718" providerId="ADAL" clId="{34468C8A-9D87-4374-A7AF-8440159CE76F}" dt="2024-05-15T19:07:44.671" v="2305" actId="1076"/>
          <ac:spMkLst>
            <pc:docMk/>
            <pc:sldMk cId="711471902" sldId="258"/>
            <ac:spMk id="57" creationId="{F8C801F0-C7EA-2338-8C8B-A48A22FFC372}"/>
          </ac:spMkLst>
        </pc:spChg>
        <pc:grpChg chg="add del mod">
          <ac:chgData name="Sándor Kolos Barnabás" userId="2a2e4dee-3678-42a9-bb81-c80911c96718" providerId="ADAL" clId="{34468C8A-9D87-4374-A7AF-8440159CE76F}" dt="2024-05-15T18:58:14.228" v="2092" actId="165"/>
          <ac:grpSpMkLst>
            <pc:docMk/>
            <pc:sldMk cId="711471902" sldId="258"/>
            <ac:grpSpMk id="12" creationId="{558E3640-22D1-7BCB-EB3B-A50C34F1A027}"/>
          </ac:grpSpMkLst>
        </pc:grpChg>
        <pc:cxnChg chg="add mod topLvl">
          <ac:chgData name="Sándor Kolos Barnabás" userId="2a2e4dee-3678-42a9-bb81-c80911c96718" providerId="ADAL" clId="{34468C8A-9D87-4374-A7AF-8440159CE76F}" dt="2024-05-15T18:58:14.228" v="2092" actId="165"/>
          <ac:cxnSpMkLst>
            <pc:docMk/>
            <pc:sldMk cId="711471902" sldId="258"/>
            <ac:cxnSpMk id="5" creationId="{1F2B4CD1-726C-51CF-9076-166CE1F07592}"/>
          </ac:cxnSpMkLst>
        </pc:cxnChg>
        <pc:cxnChg chg="add mod topLvl">
          <ac:chgData name="Sándor Kolos Barnabás" userId="2a2e4dee-3678-42a9-bb81-c80911c96718" providerId="ADAL" clId="{34468C8A-9D87-4374-A7AF-8440159CE76F}" dt="2024-05-15T18:58:14.228" v="2092" actId="165"/>
          <ac:cxnSpMkLst>
            <pc:docMk/>
            <pc:sldMk cId="711471902" sldId="258"/>
            <ac:cxnSpMk id="6" creationId="{326B57E1-8D3F-3C30-FB48-6BAD876582D2}"/>
          </ac:cxnSpMkLst>
        </pc:cxnChg>
        <pc:cxnChg chg="add mod topLvl">
          <ac:chgData name="Sándor Kolos Barnabás" userId="2a2e4dee-3678-42a9-bb81-c80911c96718" providerId="ADAL" clId="{34468C8A-9D87-4374-A7AF-8440159CE76F}" dt="2024-05-15T18:58:14.228" v="2092" actId="165"/>
          <ac:cxnSpMkLst>
            <pc:docMk/>
            <pc:sldMk cId="711471902" sldId="258"/>
            <ac:cxnSpMk id="7" creationId="{AC63A1CD-6F7C-E957-D04D-F87BED9D2E1A}"/>
          </ac:cxnSpMkLst>
        </pc:cxnChg>
        <pc:cxnChg chg="add mod topLvl">
          <ac:chgData name="Sándor Kolos Barnabás" userId="2a2e4dee-3678-42a9-bb81-c80911c96718" providerId="ADAL" clId="{34468C8A-9D87-4374-A7AF-8440159CE76F}" dt="2024-05-15T18:58:14.228" v="2092" actId="165"/>
          <ac:cxnSpMkLst>
            <pc:docMk/>
            <pc:sldMk cId="711471902" sldId="258"/>
            <ac:cxnSpMk id="8" creationId="{5367375F-61A8-5B79-B44B-C441CC1FB4EA}"/>
          </ac:cxnSpMkLst>
        </pc:cxnChg>
        <pc:cxnChg chg="add mod topLvl">
          <ac:chgData name="Sándor Kolos Barnabás" userId="2a2e4dee-3678-42a9-bb81-c80911c96718" providerId="ADAL" clId="{34468C8A-9D87-4374-A7AF-8440159CE76F}" dt="2024-05-15T18:58:14.228" v="2092" actId="165"/>
          <ac:cxnSpMkLst>
            <pc:docMk/>
            <pc:sldMk cId="711471902" sldId="258"/>
            <ac:cxnSpMk id="9" creationId="{96AD7A8A-426F-8370-149C-3BFF2E8F9501}"/>
          </ac:cxnSpMkLst>
        </pc:cxnChg>
        <pc:cxnChg chg="add del mod">
          <ac:chgData name="Sándor Kolos Barnabás" userId="2a2e4dee-3678-42a9-bb81-c80911c96718" providerId="ADAL" clId="{34468C8A-9D87-4374-A7AF-8440159CE76F}" dt="2024-05-15T18:57:21.341" v="2068" actId="478"/>
          <ac:cxnSpMkLst>
            <pc:docMk/>
            <pc:sldMk cId="711471902" sldId="258"/>
            <ac:cxnSpMk id="11" creationId="{4F312984-5D66-4274-9B36-AEFCB6CF018B}"/>
          </ac:cxnSpMkLst>
        </pc:cxnChg>
        <pc:cxnChg chg="add mod ord">
          <ac:chgData name="Sándor Kolos Barnabás" userId="2a2e4dee-3678-42a9-bb81-c80911c96718" providerId="ADAL" clId="{34468C8A-9D87-4374-A7AF-8440159CE76F}" dt="2024-05-15T19:12:45.549" v="2367" actId="1076"/>
          <ac:cxnSpMkLst>
            <pc:docMk/>
            <pc:sldMk cId="711471902" sldId="258"/>
            <ac:cxnSpMk id="24" creationId="{2650088C-AA59-D913-F046-EE2F2DABE5A4}"/>
          </ac:cxnSpMkLst>
        </pc:cxnChg>
        <pc:cxnChg chg="add mod">
          <ac:chgData name="Sándor Kolos Barnabás" userId="2a2e4dee-3678-42a9-bb81-c80911c96718" providerId="ADAL" clId="{34468C8A-9D87-4374-A7AF-8440159CE76F}" dt="2024-05-15T19:03:36.347" v="2201" actId="14100"/>
          <ac:cxnSpMkLst>
            <pc:docMk/>
            <pc:sldMk cId="711471902" sldId="258"/>
            <ac:cxnSpMk id="26" creationId="{3B082734-C040-BDD4-880F-6B915B645B9C}"/>
          </ac:cxnSpMkLst>
        </pc:cxnChg>
        <pc:cxnChg chg="add mod">
          <ac:chgData name="Sándor Kolos Barnabás" userId="2a2e4dee-3678-42a9-bb81-c80911c96718" providerId="ADAL" clId="{34468C8A-9D87-4374-A7AF-8440159CE76F}" dt="2024-05-15T19:03:44.443" v="2204" actId="14100"/>
          <ac:cxnSpMkLst>
            <pc:docMk/>
            <pc:sldMk cId="711471902" sldId="258"/>
            <ac:cxnSpMk id="30" creationId="{6B57F4C2-D584-859C-4FF4-8BD652C3D4A5}"/>
          </ac:cxnSpMkLst>
        </pc:cxnChg>
        <pc:cxnChg chg="add mod">
          <ac:chgData name="Sándor Kolos Barnabás" userId="2a2e4dee-3678-42a9-bb81-c80911c96718" providerId="ADAL" clId="{34468C8A-9D87-4374-A7AF-8440159CE76F}" dt="2024-05-15T19:03:57.392" v="2208" actId="692"/>
          <ac:cxnSpMkLst>
            <pc:docMk/>
            <pc:sldMk cId="711471902" sldId="258"/>
            <ac:cxnSpMk id="32" creationId="{AC9540C3-E4F6-FA02-9F44-13165523F90F}"/>
          </ac:cxnSpMkLst>
        </pc:cxnChg>
        <pc:cxnChg chg="add mod">
          <ac:chgData name="Sándor Kolos Barnabás" userId="2a2e4dee-3678-42a9-bb81-c80911c96718" providerId="ADAL" clId="{34468C8A-9D87-4374-A7AF-8440159CE76F}" dt="2024-05-15T19:04:03.758" v="2212" actId="14100"/>
          <ac:cxnSpMkLst>
            <pc:docMk/>
            <pc:sldMk cId="711471902" sldId="258"/>
            <ac:cxnSpMk id="34" creationId="{B7107C5A-EB79-F8D7-F363-01340B51FCEA}"/>
          </ac:cxnSpMkLst>
        </pc:cxnChg>
        <pc:cxnChg chg="add mod">
          <ac:chgData name="Sándor Kolos Barnabás" userId="2a2e4dee-3678-42a9-bb81-c80911c96718" providerId="ADAL" clId="{34468C8A-9D87-4374-A7AF-8440159CE76F}" dt="2024-05-15T19:04:12.514" v="2216" actId="14100"/>
          <ac:cxnSpMkLst>
            <pc:docMk/>
            <pc:sldMk cId="711471902" sldId="258"/>
            <ac:cxnSpMk id="37" creationId="{4D89D1AA-7BB7-724F-AEBC-FA87B3F079D2}"/>
          </ac:cxnSpMkLst>
        </pc:cxnChg>
        <pc:cxnChg chg="add mod">
          <ac:chgData name="Sándor Kolos Barnabás" userId="2a2e4dee-3678-42a9-bb81-c80911c96718" providerId="ADAL" clId="{34468C8A-9D87-4374-A7AF-8440159CE76F}" dt="2024-05-15T19:04:20.003" v="2218" actId="1076"/>
          <ac:cxnSpMkLst>
            <pc:docMk/>
            <pc:sldMk cId="711471902" sldId="258"/>
            <ac:cxnSpMk id="40" creationId="{BC5C2C9C-1077-F8E5-C58E-6456E9DA51AE}"/>
          </ac:cxnSpMkLst>
        </pc:cxnChg>
        <pc:cxnChg chg="add mod">
          <ac:chgData name="Sándor Kolos Barnabás" userId="2a2e4dee-3678-42a9-bb81-c80911c96718" providerId="ADAL" clId="{34468C8A-9D87-4374-A7AF-8440159CE76F}" dt="2024-05-15T19:04:24.253" v="2220" actId="1076"/>
          <ac:cxnSpMkLst>
            <pc:docMk/>
            <pc:sldMk cId="711471902" sldId="258"/>
            <ac:cxnSpMk id="41" creationId="{7903AB9C-0CEC-7007-64DD-9D5CA0EE7B44}"/>
          </ac:cxnSpMkLst>
        </pc:cxnChg>
        <pc:cxnChg chg="add mod">
          <ac:chgData name="Sándor Kolos Barnabás" userId="2a2e4dee-3678-42a9-bb81-c80911c96718" providerId="ADAL" clId="{34468C8A-9D87-4374-A7AF-8440159CE76F}" dt="2024-05-15T19:04:35.113" v="2222" actId="1076"/>
          <ac:cxnSpMkLst>
            <pc:docMk/>
            <pc:sldMk cId="711471902" sldId="258"/>
            <ac:cxnSpMk id="42" creationId="{8A7EDE25-AFA1-2F32-1287-EE7BF0D2AF63}"/>
          </ac:cxnSpMkLst>
        </pc:cxnChg>
        <pc:cxnChg chg="add mod">
          <ac:chgData name="Sándor Kolos Barnabás" userId="2a2e4dee-3678-42a9-bb81-c80911c96718" providerId="ADAL" clId="{34468C8A-9D87-4374-A7AF-8440159CE76F}" dt="2024-05-15T19:04:35.113" v="2222" actId="1076"/>
          <ac:cxnSpMkLst>
            <pc:docMk/>
            <pc:sldMk cId="711471902" sldId="258"/>
            <ac:cxnSpMk id="43" creationId="{12681C94-53E1-A337-B72B-4CFDAF6AE4F6}"/>
          </ac:cxnSpMkLst>
        </pc:cxnChg>
        <pc:cxnChg chg="add mod">
          <ac:chgData name="Sándor Kolos Barnabás" userId="2a2e4dee-3678-42a9-bb81-c80911c96718" providerId="ADAL" clId="{34468C8A-9D87-4374-A7AF-8440159CE76F}" dt="2024-05-15T19:04:35.113" v="2222" actId="1076"/>
          <ac:cxnSpMkLst>
            <pc:docMk/>
            <pc:sldMk cId="711471902" sldId="258"/>
            <ac:cxnSpMk id="44" creationId="{E19C6909-07F7-91F6-F88D-D4194348A4C1}"/>
          </ac:cxnSpMkLst>
        </pc:cxnChg>
        <pc:cxnChg chg="add mod">
          <ac:chgData name="Sándor Kolos Barnabás" userId="2a2e4dee-3678-42a9-bb81-c80911c96718" providerId="ADAL" clId="{34468C8A-9D87-4374-A7AF-8440159CE76F}" dt="2024-05-15T19:04:54.888" v="2228" actId="1076"/>
          <ac:cxnSpMkLst>
            <pc:docMk/>
            <pc:sldMk cId="711471902" sldId="258"/>
            <ac:cxnSpMk id="47" creationId="{B86497FC-1AB3-1965-DDFD-C1287E5B74EF}"/>
          </ac:cxnSpMkLst>
        </pc:cxnChg>
        <pc:cxnChg chg="add mod">
          <ac:chgData name="Sándor Kolos Barnabás" userId="2a2e4dee-3678-42a9-bb81-c80911c96718" providerId="ADAL" clId="{34468C8A-9D87-4374-A7AF-8440159CE76F}" dt="2024-05-15T19:05:02.030" v="2231" actId="14100"/>
          <ac:cxnSpMkLst>
            <pc:docMk/>
            <pc:sldMk cId="711471902" sldId="258"/>
            <ac:cxnSpMk id="48" creationId="{CAFC92FE-9362-DE98-2BB6-9623CFC966E9}"/>
          </ac:cxnSpMkLst>
        </pc:cxnChg>
        <pc:cxnChg chg="add mod ord">
          <ac:chgData name="Sándor Kolos Barnabás" userId="2a2e4dee-3678-42a9-bb81-c80911c96718" providerId="ADAL" clId="{34468C8A-9D87-4374-A7AF-8440159CE76F}" dt="2024-05-15T19:08:53.419" v="2321" actId="167"/>
          <ac:cxnSpMkLst>
            <pc:docMk/>
            <pc:sldMk cId="711471902" sldId="258"/>
            <ac:cxnSpMk id="60" creationId="{BBE9461A-AB2C-3B54-A356-B3E9F5EF1B24}"/>
          </ac:cxnSpMkLst>
        </pc:cxnChg>
        <pc:cxnChg chg="add mod ord">
          <ac:chgData name="Sándor Kolos Barnabás" userId="2a2e4dee-3678-42a9-bb81-c80911c96718" providerId="ADAL" clId="{34468C8A-9D87-4374-A7AF-8440159CE76F}" dt="2024-05-15T19:08:53.419" v="2321" actId="167"/>
          <ac:cxnSpMkLst>
            <pc:docMk/>
            <pc:sldMk cId="711471902" sldId="258"/>
            <ac:cxnSpMk id="62" creationId="{4E15786B-C6D8-CA09-95FE-97D2BC178801}"/>
          </ac:cxnSpMkLst>
        </pc:cxnChg>
      </pc:sldChg>
      <pc:sldChg chg="addSp delSp modSp new mod">
        <pc:chgData name="Sándor Kolos Barnabás" userId="2a2e4dee-3678-42a9-bb81-c80911c96718" providerId="ADAL" clId="{34468C8A-9D87-4374-A7AF-8440159CE76F}" dt="2024-05-15T20:23:24.350" v="2763" actId="1076"/>
        <pc:sldMkLst>
          <pc:docMk/>
          <pc:sldMk cId="829304648" sldId="259"/>
        </pc:sldMkLst>
        <pc:spChg chg="del">
          <ac:chgData name="Sándor Kolos Barnabás" userId="2a2e4dee-3678-42a9-bb81-c80911c96718" providerId="ADAL" clId="{34468C8A-9D87-4374-A7AF-8440159CE76F}" dt="2024-05-15T19:09:01.051" v="2323" actId="478"/>
          <ac:spMkLst>
            <pc:docMk/>
            <pc:sldMk cId="829304648" sldId="259"/>
            <ac:spMk id="2" creationId="{4CCD055B-147D-906C-52C0-ED9FBF1C2022}"/>
          </ac:spMkLst>
        </pc:spChg>
        <pc:spChg chg="del">
          <ac:chgData name="Sándor Kolos Barnabás" userId="2a2e4dee-3678-42a9-bb81-c80911c96718" providerId="ADAL" clId="{34468C8A-9D87-4374-A7AF-8440159CE76F}" dt="2024-05-15T19:09:01.051" v="2323" actId="478"/>
          <ac:spMkLst>
            <pc:docMk/>
            <pc:sldMk cId="829304648" sldId="259"/>
            <ac:spMk id="3" creationId="{558C3A8D-192A-E979-E2C2-F1AD8CB3F896}"/>
          </ac:spMkLst>
        </pc:spChg>
        <pc:spChg chg="add mod">
          <ac:chgData name="Sándor Kolos Barnabás" userId="2a2e4dee-3678-42a9-bb81-c80911c96718" providerId="ADAL" clId="{34468C8A-9D87-4374-A7AF-8440159CE76F}" dt="2024-05-15T19:35:54.799" v="2671" actId="1076"/>
          <ac:spMkLst>
            <pc:docMk/>
            <pc:sldMk cId="829304648" sldId="259"/>
            <ac:spMk id="4" creationId="{3D6D0B54-85D6-D013-7C47-EDDB89DB4CC6}"/>
          </ac:spMkLst>
        </pc:spChg>
        <pc:spChg chg="add mod">
          <ac:chgData name="Sándor Kolos Barnabás" userId="2a2e4dee-3678-42a9-bb81-c80911c96718" providerId="ADAL" clId="{34468C8A-9D87-4374-A7AF-8440159CE76F}" dt="2024-05-15T19:36:10.474" v="2674" actId="1076"/>
          <ac:spMkLst>
            <pc:docMk/>
            <pc:sldMk cId="829304648" sldId="259"/>
            <ac:spMk id="8" creationId="{D893C231-9343-4434-515D-15EABD4F3DCB}"/>
          </ac:spMkLst>
        </pc:spChg>
        <pc:spChg chg="add mod">
          <ac:chgData name="Sándor Kolos Barnabás" userId="2a2e4dee-3678-42a9-bb81-c80911c96718" providerId="ADAL" clId="{34468C8A-9D87-4374-A7AF-8440159CE76F}" dt="2024-05-15T19:35:45.928" v="2668" actId="14100"/>
          <ac:spMkLst>
            <pc:docMk/>
            <pc:sldMk cId="829304648" sldId="259"/>
            <ac:spMk id="9" creationId="{76F78B25-721B-9C57-2F55-B6EC3290D942}"/>
          </ac:spMkLst>
        </pc:spChg>
        <pc:spChg chg="add mod">
          <ac:chgData name="Sándor Kolos Barnabás" userId="2a2e4dee-3678-42a9-bb81-c80911c96718" providerId="ADAL" clId="{34468C8A-9D87-4374-A7AF-8440159CE76F}" dt="2024-05-15T19:35:45.928" v="2668" actId="14100"/>
          <ac:spMkLst>
            <pc:docMk/>
            <pc:sldMk cId="829304648" sldId="259"/>
            <ac:spMk id="10" creationId="{8709B537-44AE-66DD-5242-C39AE7C09723}"/>
          </ac:spMkLst>
        </pc:spChg>
        <pc:spChg chg="add mod">
          <ac:chgData name="Sándor Kolos Barnabás" userId="2a2e4dee-3678-42a9-bb81-c80911c96718" providerId="ADAL" clId="{34468C8A-9D87-4374-A7AF-8440159CE76F}" dt="2024-05-15T19:35:45.928" v="2668" actId="14100"/>
          <ac:spMkLst>
            <pc:docMk/>
            <pc:sldMk cId="829304648" sldId="259"/>
            <ac:spMk id="11" creationId="{DCA43424-1995-2FF2-15A5-9D551CF6E7E5}"/>
          </ac:spMkLst>
        </pc:spChg>
        <pc:spChg chg="add del mod">
          <ac:chgData name="Sándor Kolos Barnabás" userId="2a2e4dee-3678-42a9-bb81-c80911c96718" providerId="ADAL" clId="{34468C8A-9D87-4374-A7AF-8440159CE76F}" dt="2024-05-15T19:21:15.514" v="2454" actId="478"/>
          <ac:spMkLst>
            <pc:docMk/>
            <pc:sldMk cId="829304648" sldId="259"/>
            <ac:spMk id="39" creationId="{8A417934-2A17-AE10-C8A2-5137EFCB8CDD}"/>
          </ac:spMkLst>
        </pc:spChg>
        <pc:spChg chg="add mod">
          <ac:chgData name="Sándor Kolos Barnabás" userId="2a2e4dee-3678-42a9-bb81-c80911c96718" providerId="ADAL" clId="{34468C8A-9D87-4374-A7AF-8440159CE76F}" dt="2024-05-15T19:35:45.928" v="2668" actId="14100"/>
          <ac:spMkLst>
            <pc:docMk/>
            <pc:sldMk cId="829304648" sldId="259"/>
            <ac:spMk id="40" creationId="{66D8170F-69D3-3A48-913C-5CF35F11BEB4}"/>
          </ac:spMkLst>
        </pc:spChg>
        <pc:spChg chg="add mod">
          <ac:chgData name="Sándor Kolos Barnabás" userId="2a2e4dee-3678-42a9-bb81-c80911c96718" providerId="ADAL" clId="{34468C8A-9D87-4374-A7AF-8440159CE76F}" dt="2024-05-15T20:17:21.916" v="2726" actId="1076"/>
          <ac:spMkLst>
            <pc:docMk/>
            <pc:sldMk cId="829304648" sldId="259"/>
            <ac:spMk id="41" creationId="{9A4FF1C2-117C-EA69-9B42-58031381F615}"/>
          </ac:spMkLst>
        </pc:spChg>
        <pc:spChg chg="add del mod">
          <ac:chgData name="Sándor Kolos Barnabás" userId="2a2e4dee-3678-42a9-bb81-c80911c96718" providerId="ADAL" clId="{34468C8A-9D87-4374-A7AF-8440159CE76F}" dt="2024-05-15T19:35:37.318" v="2666" actId="478"/>
          <ac:spMkLst>
            <pc:docMk/>
            <pc:sldMk cId="829304648" sldId="259"/>
            <ac:spMk id="63" creationId="{91329D74-82E9-F20C-B384-AE25234D9F44}"/>
          </ac:spMkLst>
        </pc:spChg>
        <pc:spChg chg="add mod">
          <ac:chgData name="Sándor Kolos Barnabás" userId="2a2e4dee-3678-42a9-bb81-c80911c96718" providerId="ADAL" clId="{34468C8A-9D87-4374-A7AF-8440159CE76F}" dt="2024-05-15T19:59:17.707" v="2681" actId="1076"/>
          <ac:spMkLst>
            <pc:docMk/>
            <pc:sldMk cId="829304648" sldId="259"/>
            <ac:spMk id="83" creationId="{C481D40E-B824-FF10-C43A-3C50763DBB2E}"/>
          </ac:spMkLst>
        </pc:spChg>
        <pc:spChg chg="add mod">
          <ac:chgData name="Sándor Kolos Barnabás" userId="2a2e4dee-3678-42a9-bb81-c80911c96718" providerId="ADAL" clId="{34468C8A-9D87-4374-A7AF-8440159CE76F}" dt="2024-05-15T19:59:36.561" v="2685" actId="1076"/>
          <ac:spMkLst>
            <pc:docMk/>
            <pc:sldMk cId="829304648" sldId="259"/>
            <ac:spMk id="84" creationId="{11996C42-F9A4-D9AF-BBAE-C08D36F5E255}"/>
          </ac:spMkLst>
        </pc:spChg>
        <pc:spChg chg="add mod">
          <ac:chgData name="Sándor Kolos Barnabás" userId="2a2e4dee-3678-42a9-bb81-c80911c96718" providerId="ADAL" clId="{34468C8A-9D87-4374-A7AF-8440159CE76F}" dt="2024-05-15T20:11:03.072" v="2701" actId="1076"/>
          <ac:spMkLst>
            <pc:docMk/>
            <pc:sldMk cId="829304648" sldId="259"/>
            <ac:spMk id="85" creationId="{EF258DB9-AA36-C638-A18E-2B11188F5C11}"/>
          </ac:spMkLst>
        </pc:spChg>
        <pc:spChg chg="add mod">
          <ac:chgData name="Sándor Kolos Barnabás" userId="2a2e4dee-3678-42a9-bb81-c80911c96718" providerId="ADAL" clId="{34468C8A-9D87-4374-A7AF-8440159CE76F}" dt="2024-05-15T20:11:57.213" v="2715" actId="20577"/>
          <ac:spMkLst>
            <pc:docMk/>
            <pc:sldMk cId="829304648" sldId="259"/>
            <ac:spMk id="86" creationId="{D3328539-7A5D-4734-7E45-7135DF8595A9}"/>
          </ac:spMkLst>
        </pc:spChg>
        <pc:spChg chg="add mod">
          <ac:chgData name="Sándor Kolos Barnabás" userId="2a2e4dee-3678-42a9-bb81-c80911c96718" providerId="ADAL" clId="{34468C8A-9D87-4374-A7AF-8440159CE76F}" dt="2024-05-15T20:17:18.858" v="2725" actId="1076"/>
          <ac:spMkLst>
            <pc:docMk/>
            <pc:sldMk cId="829304648" sldId="259"/>
            <ac:spMk id="87" creationId="{0E5F0C4A-8E27-0616-B625-488F63A87DEC}"/>
          </ac:spMkLst>
        </pc:spChg>
        <pc:spChg chg="add mod">
          <ac:chgData name="Sándor Kolos Barnabás" userId="2a2e4dee-3678-42a9-bb81-c80911c96718" providerId="ADAL" clId="{34468C8A-9D87-4374-A7AF-8440159CE76F}" dt="2024-05-15T20:17:29.017" v="2733" actId="20577"/>
          <ac:spMkLst>
            <pc:docMk/>
            <pc:sldMk cId="829304648" sldId="259"/>
            <ac:spMk id="88" creationId="{96608686-CA26-67BC-C8A9-C32A4BC8E367}"/>
          </ac:spMkLst>
        </pc:spChg>
        <pc:spChg chg="add mod">
          <ac:chgData name="Sándor Kolos Barnabás" userId="2a2e4dee-3678-42a9-bb81-c80911c96718" providerId="ADAL" clId="{34468C8A-9D87-4374-A7AF-8440159CE76F}" dt="2024-05-15T20:18:57.193" v="2741" actId="20577"/>
          <ac:spMkLst>
            <pc:docMk/>
            <pc:sldMk cId="829304648" sldId="259"/>
            <ac:spMk id="89" creationId="{7F293206-58FD-3B6A-7988-51DD7A7FC788}"/>
          </ac:spMkLst>
        </pc:spChg>
        <pc:spChg chg="add mod">
          <ac:chgData name="Sándor Kolos Barnabás" userId="2a2e4dee-3678-42a9-bb81-c80911c96718" providerId="ADAL" clId="{34468C8A-9D87-4374-A7AF-8440159CE76F}" dt="2024-05-15T20:20:53.082" v="2743" actId="1076"/>
          <ac:spMkLst>
            <pc:docMk/>
            <pc:sldMk cId="829304648" sldId="259"/>
            <ac:spMk id="90" creationId="{6AAE86F1-7359-FD41-18AB-D6FB5EAE7659}"/>
          </ac:spMkLst>
        </pc:spChg>
        <pc:spChg chg="add mod">
          <ac:chgData name="Sándor Kolos Barnabás" userId="2a2e4dee-3678-42a9-bb81-c80911c96718" providerId="ADAL" clId="{34468C8A-9D87-4374-A7AF-8440159CE76F}" dt="2024-05-15T20:23:24.350" v="2763" actId="1076"/>
          <ac:spMkLst>
            <pc:docMk/>
            <pc:sldMk cId="829304648" sldId="259"/>
            <ac:spMk id="91" creationId="{41E97083-DEFE-8B64-AB33-051DD643B0A5}"/>
          </ac:spMkLst>
        </pc:spChg>
        <pc:spChg chg="add mod">
          <ac:chgData name="Sándor Kolos Barnabás" userId="2a2e4dee-3678-42a9-bb81-c80911c96718" providerId="ADAL" clId="{34468C8A-9D87-4374-A7AF-8440159CE76F}" dt="2024-05-15T20:23:13.294" v="2762" actId="1076"/>
          <ac:spMkLst>
            <pc:docMk/>
            <pc:sldMk cId="829304648" sldId="259"/>
            <ac:spMk id="92" creationId="{CED65EAB-E3EF-8D5A-77B8-EB45985029F0}"/>
          </ac:spMkLst>
        </pc:spChg>
        <pc:grpChg chg="add del mod">
          <ac:chgData name="Sándor Kolos Barnabás" userId="2a2e4dee-3678-42a9-bb81-c80911c96718" providerId="ADAL" clId="{34468C8A-9D87-4374-A7AF-8440159CE76F}" dt="2024-05-15T19:16:35.530" v="2446" actId="165"/>
          <ac:grpSpMkLst>
            <pc:docMk/>
            <pc:sldMk cId="829304648" sldId="259"/>
            <ac:grpSpMk id="36" creationId="{FE37B6AF-09FC-817D-695F-6E5FAE905755}"/>
          </ac:grpSpMkLst>
        </pc:grpChg>
        <pc:grpChg chg="add mod">
          <ac:chgData name="Sándor Kolos Barnabás" userId="2a2e4dee-3678-42a9-bb81-c80911c96718" providerId="ADAL" clId="{34468C8A-9D87-4374-A7AF-8440159CE76F}" dt="2024-05-15T19:35:45.928" v="2668" actId="14100"/>
          <ac:grpSpMkLst>
            <pc:docMk/>
            <pc:sldMk cId="829304648" sldId="259"/>
            <ac:grpSpMk id="62" creationId="{313980B4-6EE6-1682-2896-AE65E1926DB5}"/>
          </ac:grpSpMkLst>
        </pc:grpChg>
        <pc:cxnChg chg="add mod">
          <ac:chgData name="Sándor Kolos Barnabás" userId="2a2e4dee-3678-42a9-bb81-c80911c96718" providerId="ADAL" clId="{34468C8A-9D87-4374-A7AF-8440159CE76F}" dt="2024-05-15T19:36:00.246" v="2673" actId="14100"/>
          <ac:cxnSpMkLst>
            <pc:docMk/>
            <pc:sldMk cId="829304648" sldId="259"/>
            <ac:cxnSpMk id="6" creationId="{A194C76F-6078-8D96-3FC8-EA245CAE8DF6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12" creationId="{9C7E8759-4246-D57D-3AF9-45E2E0B70DC8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15" creationId="{AF1FF20A-9B34-9060-1883-5BBCDFEDDB35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16" creationId="{19C7CD05-913D-9621-3722-3F3AB3B85D98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17" creationId="{144ABE03-FD63-61AE-08A3-2E470342A154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21" creationId="{C7FE8B6D-2A92-62EF-B850-261B8BEA9347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23" creationId="{B28E9CB9-0B45-D90C-84B5-5B7E6AAD545F}"/>
          </ac:cxnSpMkLst>
        </pc:cxnChg>
        <pc:cxnChg chg="add mod topLvl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32" creationId="{F41F5E1B-B5C0-A17C-9CC5-F82BC6749410}"/>
          </ac:cxnSpMkLst>
        </pc:cxnChg>
        <pc:cxnChg chg="add mod topLvl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33" creationId="{AAB44B1B-D4F3-010E-D646-98D2984509E8}"/>
          </ac:cxnSpMkLst>
        </pc:cxnChg>
        <pc:cxnChg chg="add mod topLvl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34" creationId="{F202242C-9D03-4FD5-5F80-643BDECFD46F}"/>
          </ac:cxnSpMkLst>
        </pc:cxnChg>
        <pc:cxnChg chg="add mod topLvl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35" creationId="{ABE7C525-700C-0EAF-8966-F7F44204BF3B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42" creationId="{2907CD77-8BF5-401A-92E6-31655471B18B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44" creationId="{631571C9-D06C-7AB4-6DA2-5E8EF90A1CA4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47" creationId="{5C368F6B-BBAD-B84C-61ED-885A5A9A368D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50" creationId="{B64D9626-89E7-89A8-D2F5-D8CFAD14CB98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53" creationId="{8232E696-6E7E-15F7-00FA-3252E8868B68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54" creationId="{4F30FE9C-C44D-CE28-0B94-6D9343E46957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57" creationId="{4EED632F-1C8F-55E6-589B-85DF2F98BCEA}"/>
          </ac:cxnSpMkLst>
        </pc:cxnChg>
        <pc:cxnChg chg="add mod">
          <ac:chgData name="Sándor Kolos Barnabás" userId="2a2e4dee-3678-42a9-bb81-c80911c96718" providerId="ADAL" clId="{34468C8A-9D87-4374-A7AF-8440159CE76F}" dt="2024-05-15T19:29:15.095" v="2661" actId="164"/>
          <ac:cxnSpMkLst>
            <pc:docMk/>
            <pc:sldMk cId="829304648" sldId="259"/>
            <ac:cxnSpMk id="58" creationId="{CEB8F858-0A58-27B6-3F68-516A6DCE4632}"/>
          </ac:cxnSpMkLst>
        </pc:cxnChg>
        <pc:cxnChg chg="add mod">
          <ac:chgData name="Sándor Kolos Barnabás" userId="2a2e4dee-3678-42a9-bb81-c80911c96718" providerId="ADAL" clId="{34468C8A-9D87-4374-A7AF-8440159CE76F}" dt="2024-05-15T19:29:15.095" v="2661" actId="164"/>
          <ac:cxnSpMkLst>
            <pc:docMk/>
            <pc:sldMk cId="829304648" sldId="259"/>
            <ac:cxnSpMk id="59" creationId="{D88C9683-06EC-722A-E869-DC70C388C598}"/>
          </ac:cxnSpMkLst>
        </pc:cxnChg>
        <pc:cxnChg chg="add mod">
          <ac:chgData name="Sándor Kolos Barnabás" userId="2a2e4dee-3678-42a9-bb81-c80911c96718" providerId="ADAL" clId="{34468C8A-9D87-4374-A7AF-8440159CE76F}" dt="2024-05-15T19:29:15.095" v="2661" actId="164"/>
          <ac:cxnSpMkLst>
            <pc:docMk/>
            <pc:sldMk cId="829304648" sldId="259"/>
            <ac:cxnSpMk id="60" creationId="{865C5DA9-EC1E-2912-F040-F1BCA4B10759}"/>
          </ac:cxnSpMkLst>
        </pc:cxnChg>
        <pc:cxnChg chg="add mod">
          <ac:chgData name="Sándor Kolos Barnabás" userId="2a2e4dee-3678-42a9-bb81-c80911c96718" providerId="ADAL" clId="{34468C8A-9D87-4374-A7AF-8440159CE76F}" dt="2024-05-15T19:29:15.095" v="2661" actId="164"/>
          <ac:cxnSpMkLst>
            <pc:docMk/>
            <pc:sldMk cId="829304648" sldId="259"/>
            <ac:cxnSpMk id="61" creationId="{763CA8D5-EBBD-7609-220D-F4DE5F25C5C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9924" y="2121058"/>
            <a:ext cx="17279541" cy="4512122"/>
          </a:xfrm>
        </p:spPr>
        <p:txBody>
          <a:bodyPr anchor="b"/>
          <a:lstStyle>
            <a:lvl1pPr algn="ctr">
              <a:defRPr sz="11338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9924" y="6807185"/>
            <a:ext cx="17279541" cy="3129084"/>
          </a:xfrm>
        </p:spPr>
        <p:txBody>
          <a:bodyPr/>
          <a:lstStyle>
            <a:lvl1pPr marL="0" indent="0" algn="ctr">
              <a:buNone/>
              <a:defRPr sz="4535"/>
            </a:lvl1pPr>
            <a:lvl2pPr marL="863971" indent="0" algn="ctr">
              <a:buNone/>
              <a:defRPr sz="3779"/>
            </a:lvl2pPr>
            <a:lvl3pPr marL="1727942" indent="0" algn="ctr">
              <a:buNone/>
              <a:defRPr sz="3401"/>
            </a:lvl3pPr>
            <a:lvl4pPr marL="2591913" indent="0" algn="ctr">
              <a:buNone/>
              <a:defRPr sz="3024"/>
            </a:lvl4pPr>
            <a:lvl5pPr marL="3455883" indent="0" algn="ctr">
              <a:buNone/>
              <a:defRPr sz="3024"/>
            </a:lvl5pPr>
            <a:lvl6pPr marL="4319854" indent="0" algn="ctr">
              <a:buNone/>
              <a:defRPr sz="3024"/>
            </a:lvl6pPr>
            <a:lvl7pPr marL="5183825" indent="0" algn="ctr">
              <a:buNone/>
              <a:defRPr sz="3024"/>
            </a:lvl7pPr>
            <a:lvl8pPr marL="6047796" indent="0" algn="ctr">
              <a:buNone/>
              <a:defRPr sz="3024"/>
            </a:lvl8pPr>
            <a:lvl9pPr marL="6911767" indent="0" algn="ctr">
              <a:buNone/>
              <a:defRPr sz="3024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2024.10.07.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6729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2024.10.07.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990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958" y="3231089"/>
            <a:ext cx="19871472" cy="5391145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958" y="8673236"/>
            <a:ext cx="19871472" cy="2835076"/>
          </a:xfrm>
        </p:spPr>
        <p:txBody>
          <a:bodyPr/>
          <a:lstStyle>
            <a:lvl1pPr marL="0" indent="0">
              <a:buNone/>
              <a:defRPr sz="4535">
                <a:solidFill>
                  <a:schemeClr val="tx1">
                    <a:tint val="82000"/>
                  </a:schemeClr>
                </a:solidFill>
              </a:defRPr>
            </a:lvl1pPr>
            <a:lvl2pPr marL="863971" indent="0">
              <a:buNone/>
              <a:defRPr sz="3779">
                <a:solidFill>
                  <a:schemeClr val="tx1">
                    <a:tint val="82000"/>
                  </a:schemeClr>
                </a:solidFill>
              </a:defRPr>
            </a:lvl2pPr>
            <a:lvl3pPr marL="1727942" indent="0">
              <a:buNone/>
              <a:defRPr sz="3401">
                <a:solidFill>
                  <a:schemeClr val="tx1">
                    <a:tint val="82000"/>
                  </a:schemeClr>
                </a:solidFill>
              </a:defRPr>
            </a:lvl3pPr>
            <a:lvl4pPr marL="2591913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4pPr>
            <a:lvl5pPr marL="3455883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5pPr>
            <a:lvl6pPr marL="4319854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6pPr>
            <a:lvl7pPr marL="5183825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7pPr>
            <a:lvl8pPr marL="6047796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8pPr>
            <a:lvl9pPr marL="6911767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2024.10.07.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4018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3958" y="3450093"/>
            <a:ext cx="9791740" cy="822322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63690" y="3450093"/>
            <a:ext cx="9791740" cy="822322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2024.10.07.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1551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59" y="690019"/>
            <a:ext cx="19871472" cy="250506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6960" y="3177087"/>
            <a:ext cx="9746740" cy="1557041"/>
          </a:xfrm>
        </p:spPr>
        <p:txBody>
          <a:bodyPr anchor="b"/>
          <a:lstStyle>
            <a:lvl1pPr marL="0" indent="0">
              <a:buNone/>
              <a:defRPr sz="4535" b="1"/>
            </a:lvl1pPr>
            <a:lvl2pPr marL="863971" indent="0">
              <a:buNone/>
              <a:defRPr sz="3779" b="1"/>
            </a:lvl2pPr>
            <a:lvl3pPr marL="1727942" indent="0">
              <a:buNone/>
              <a:defRPr sz="3401" b="1"/>
            </a:lvl3pPr>
            <a:lvl4pPr marL="2591913" indent="0">
              <a:buNone/>
              <a:defRPr sz="3024" b="1"/>
            </a:lvl4pPr>
            <a:lvl5pPr marL="3455883" indent="0">
              <a:buNone/>
              <a:defRPr sz="3024" b="1"/>
            </a:lvl5pPr>
            <a:lvl6pPr marL="4319854" indent="0">
              <a:buNone/>
              <a:defRPr sz="3024" b="1"/>
            </a:lvl6pPr>
            <a:lvl7pPr marL="5183825" indent="0">
              <a:buNone/>
              <a:defRPr sz="3024" b="1"/>
            </a:lvl7pPr>
            <a:lvl8pPr marL="6047796" indent="0">
              <a:buNone/>
              <a:defRPr sz="3024" b="1"/>
            </a:lvl8pPr>
            <a:lvl9pPr marL="6911767" indent="0">
              <a:buNone/>
              <a:defRPr sz="3024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6960" y="4734128"/>
            <a:ext cx="9746740" cy="696318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63690" y="3177087"/>
            <a:ext cx="9794741" cy="1557041"/>
          </a:xfrm>
        </p:spPr>
        <p:txBody>
          <a:bodyPr anchor="b"/>
          <a:lstStyle>
            <a:lvl1pPr marL="0" indent="0">
              <a:buNone/>
              <a:defRPr sz="4535" b="1"/>
            </a:lvl1pPr>
            <a:lvl2pPr marL="863971" indent="0">
              <a:buNone/>
              <a:defRPr sz="3779" b="1"/>
            </a:lvl2pPr>
            <a:lvl3pPr marL="1727942" indent="0">
              <a:buNone/>
              <a:defRPr sz="3401" b="1"/>
            </a:lvl3pPr>
            <a:lvl4pPr marL="2591913" indent="0">
              <a:buNone/>
              <a:defRPr sz="3024" b="1"/>
            </a:lvl4pPr>
            <a:lvl5pPr marL="3455883" indent="0">
              <a:buNone/>
              <a:defRPr sz="3024" b="1"/>
            </a:lvl5pPr>
            <a:lvl6pPr marL="4319854" indent="0">
              <a:buNone/>
              <a:defRPr sz="3024" b="1"/>
            </a:lvl6pPr>
            <a:lvl7pPr marL="5183825" indent="0">
              <a:buNone/>
              <a:defRPr sz="3024" b="1"/>
            </a:lvl7pPr>
            <a:lvl8pPr marL="6047796" indent="0">
              <a:buNone/>
              <a:defRPr sz="3024" b="1"/>
            </a:lvl8pPr>
            <a:lvl9pPr marL="6911767" indent="0">
              <a:buNone/>
              <a:defRPr sz="3024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63690" y="4734128"/>
            <a:ext cx="9794741" cy="696318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2024.10.07.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692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2024.10.07.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968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2024.10.07.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5077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60" y="864023"/>
            <a:ext cx="7430802" cy="3024082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4741" y="1866051"/>
            <a:ext cx="11663690" cy="9210249"/>
          </a:xfrm>
        </p:spPr>
        <p:txBody>
          <a:bodyPr/>
          <a:lstStyle>
            <a:lvl1pPr>
              <a:defRPr sz="6047"/>
            </a:lvl1pPr>
            <a:lvl2pPr>
              <a:defRPr sz="5291"/>
            </a:lvl2pPr>
            <a:lvl3pPr>
              <a:defRPr sz="4535"/>
            </a:lvl3pPr>
            <a:lvl4pPr>
              <a:defRPr sz="3779"/>
            </a:lvl4pPr>
            <a:lvl5pPr>
              <a:defRPr sz="3779"/>
            </a:lvl5pPr>
            <a:lvl6pPr>
              <a:defRPr sz="3779"/>
            </a:lvl6pPr>
            <a:lvl7pPr>
              <a:defRPr sz="3779"/>
            </a:lvl7pPr>
            <a:lvl8pPr>
              <a:defRPr sz="3779"/>
            </a:lvl8pPr>
            <a:lvl9pPr>
              <a:defRPr sz="3779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60" y="3888105"/>
            <a:ext cx="7430802" cy="7203195"/>
          </a:xfrm>
        </p:spPr>
        <p:txBody>
          <a:bodyPr/>
          <a:lstStyle>
            <a:lvl1pPr marL="0" indent="0">
              <a:buNone/>
              <a:defRPr sz="3024"/>
            </a:lvl1pPr>
            <a:lvl2pPr marL="863971" indent="0">
              <a:buNone/>
              <a:defRPr sz="2646"/>
            </a:lvl2pPr>
            <a:lvl3pPr marL="1727942" indent="0">
              <a:buNone/>
              <a:defRPr sz="2268"/>
            </a:lvl3pPr>
            <a:lvl4pPr marL="2591913" indent="0">
              <a:buNone/>
              <a:defRPr sz="1890"/>
            </a:lvl4pPr>
            <a:lvl5pPr marL="3455883" indent="0">
              <a:buNone/>
              <a:defRPr sz="1890"/>
            </a:lvl5pPr>
            <a:lvl6pPr marL="4319854" indent="0">
              <a:buNone/>
              <a:defRPr sz="1890"/>
            </a:lvl6pPr>
            <a:lvl7pPr marL="5183825" indent="0">
              <a:buNone/>
              <a:defRPr sz="1890"/>
            </a:lvl7pPr>
            <a:lvl8pPr marL="6047796" indent="0">
              <a:buNone/>
              <a:defRPr sz="1890"/>
            </a:lvl8pPr>
            <a:lvl9pPr marL="6911767" indent="0">
              <a:buNone/>
              <a:defRPr sz="189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2024.10.07.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5460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60" y="864023"/>
            <a:ext cx="7430802" cy="3024082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94741" y="1866051"/>
            <a:ext cx="11663690" cy="9210249"/>
          </a:xfrm>
        </p:spPr>
        <p:txBody>
          <a:bodyPr anchor="t"/>
          <a:lstStyle>
            <a:lvl1pPr marL="0" indent="0">
              <a:buNone/>
              <a:defRPr sz="6047"/>
            </a:lvl1pPr>
            <a:lvl2pPr marL="863971" indent="0">
              <a:buNone/>
              <a:defRPr sz="5291"/>
            </a:lvl2pPr>
            <a:lvl3pPr marL="1727942" indent="0">
              <a:buNone/>
              <a:defRPr sz="4535"/>
            </a:lvl3pPr>
            <a:lvl4pPr marL="2591913" indent="0">
              <a:buNone/>
              <a:defRPr sz="3779"/>
            </a:lvl4pPr>
            <a:lvl5pPr marL="3455883" indent="0">
              <a:buNone/>
              <a:defRPr sz="3779"/>
            </a:lvl5pPr>
            <a:lvl6pPr marL="4319854" indent="0">
              <a:buNone/>
              <a:defRPr sz="3779"/>
            </a:lvl6pPr>
            <a:lvl7pPr marL="5183825" indent="0">
              <a:buNone/>
              <a:defRPr sz="3779"/>
            </a:lvl7pPr>
            <a:lvl8pPr marL="6047796" indent="0">
              <a:buNone/>
              <a:defRPr sz="3779"/>
            </a:lvl8pPr>
            <a:lvl9pPr marL="6911767" indent="0">
              <a:buNone/>
              <a:defRPr sz="3779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60" y="3888105"/>
            <a:ext cx="7430802" cy="7203195"/>
          </a:xfrm>
        </p:spPr>
        <p:txBody>
          <a:bodyPr/>
          <a:lstStyle>
            <a:lvl1pPr marL="0" indent="0">
              <a:buNone/>
              <a:defRPr sz="3024"/>
            </a:lvl1pPr>
            <a:lvl2pPr marL="863971" indent="0">
              <a:buNone/>
              <a:defRPr sz="2646"/>
            </a:lvl2pPr>
            <a:lvl3pPr marL="1727942" indent="0">
              <a:buNone/>
              <a:defRPr sz="2268"/>
            </a:lvl3pPr>
            <a:lvl4pPr marL="2591913" indent="0">
              <a:buNone/>
              <a:defRPr sz="1890"/>
            </a:lvl4pPr>
            <a:lvl5pPr marL="3455883" indent="0">
              <a:buNone/>
              <a:defRPr sz="1890"/>
            </a:lvl5pPr>
            <a:lvl6pPr marL="4319854" indent="0">
              <a:buNone/>
              <a:defRPr sz="1890"/>
            </a:lvl6pPr>
            <a:lvl7pPr marL="5183825" indent="0">
              <a:buNone/>
              <a:defRPr sz="1890"/>
            </a:lvl7pPr>
            <a:lvl8pPr marL="6047796" indent="0">
              <a:buNone/>
              <a:defRPr sz="1890"/>
            </a:lvl8pPr>
            <a:lvl9pPr marL="6911767" indent="0">
              <a:buNone/>
              <a:defRPr sz="189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2024.10.07.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7344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2024.10.07.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46670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487562" y="690018"/>
            <a:ext cx="4967868" cy="1098329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83958" y="690018"/>
            <a:ext cx="14615612" cy="1098329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2024.10.07.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570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83958" y="690019"/>
            <a:ext cx="19871472" cy="2505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958" y="3450093"/>
            <a:ext cx="19871472" cy="8223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83958" y="12012325"/>
            <a:ext cx="5183862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61A1F-3C0D-4997-817D-225F1B9CE5FB}" type="datetimeFigureOut">
              <a:rPr lang="hu-HU" smtClean="0"/>
              <a:t>2024.10.07.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31798" y="12012325"/>
            <a:ext cx="7775793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71568" y="12012325"/>
            <a:ext cx="5183862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9732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727942" rtl="0" eaLnBrk="1" latinLnBrk="0" hangingPunct="1">
        <a:lnSpc>
          <a:spcPct val="90000"/>
        </a:lnSpc>
        <a:spcBef>
          <a:spcPct val="0"/>
        </a:spcBef>
        <a:buNone/>
        <a:defRPr sz="83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985" indent="-431985" algn="l" defTabSz="1727942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1pPr>
      <a:lvl2pPr marL="1295956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2pPr>
      <a:lvl3pPr marL="2159927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779" kern="1200">
          <a:solidFill>
            <a:schemeClr val="tx1"/>
          </a:solidFill>
          <a:latin typeface="+mn-lt"/>
          <a:ea typeface="+mn-ea"/>
          <a:cs typeface="+mn-cs"/>
        </a:defRPr>
      </a:lvl3pPr>
      <a:lvl4pPr marL="3023898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4pPr>
      <a:lvl5pPr marL="3887869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5pPr>
      <a:lvl6pPr marL="4751840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6pPr>
      <a:lvl7pPr marL="5615810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7pPr>
      <a:lvl8pPr marL="6479781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8pPr>
      <a:lvl9pPr marL="7343752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1pPr>
      <a:lvl2pPr marL="863971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2pPr>
      <a:lvl3pPr marL="1727942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3pPr>
      <a:lvl4pPr marL="2591913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4pPr>
      <a:lvl5pPr marL="3455883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5pPr>
      <a:lvl6pPr marL="4319854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6pPr>
      <a:lvl7pPr marL="5183825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7pPr>
      <a:lvl8pPr marL="6047796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8pPr>
      <a:lvl9pPr marL="6911767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F064AF86-6C84-C96E-CD1A-714A8FA73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396596"/>
              </p:ext>
            </p:extLst>
          </p:nvPr>
        </p:nvGraphicFramePr>
        <p:xfrm>
          <a:off x="1433287" y="1006686"/>
          <a:ext cx="213136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1361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307703">
                <a:tc>
                  <a:txBody>
                    <a:bodyPr/>
                    <a:lstStyle/>
                    <a:p>
                      <a:pPr algn="ctr"/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Abstract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</a:p>
                    <a:p>
                      <a:pPr algn="ctr"/>
                      <a:r>
                        <a:rPr lang="hu-HU" sz="2000" b="0" dirty="0">
                          <a:solidFill>
                            <a:schemeClr val="tx1"/>
                          </a:solidFill>
                        </a:rPr>
                        <a:t>Turista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129735">
                <a:tc>
                  <a:txBody>
                    <a:bodyPr/>
                    <a:lstStyle/>
                    <a:p>
                      <a:pPr algn="l"/>
                      <a:endParaRPr lang="hu-HU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/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+Visit(Varos v) {</a:t>
                      </a:r>
                      <a:r>
                        <a:rPr lang="hu-HU" sz="1400" dirty="0" err="1">
                          <a:solidFill>
                            <a:schemeClr val="tx1"/>
                          </a:solidFill>
                        </a:rPr>
                        <a:t>abstract</a:t>
                      </a:r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5" name="Táblázat 4">
            <a:extLst>
              <a:ext uri="{FF2B5EF4-FFF2-40B4-BE49-F238E27FC236}">
                <a16:creationId xmlns:a16="http://schemas.microsoft.com/office/drawing/2014/main" id="{7E07B6B6-5D89-D131-8D6D-4C4605399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710074"/>
              </p:ext>
            </p:extLst>
          </p:nvPr>
        </p:nvGraphicFramePr>
        <p:xfrm>
          <a:off x="1218981" y="2276071"/>
          <a:ext cx="2220041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041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b="0" dirty="0" err="1">
                          <a:solidFill>
                            <a:schemeClr val="tx1"/>
                          </a:solidFill>
                        </a:rPr>
                        <a:t>Japan</a:t>
                      </a:r>
                      <a:endParaRPr lang="hu-H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159938">
                <a:tc>
                  <a:txBody>
                    <a:bodyPr/>
                    <a:lstStyle/>
                    <a:p>
                      <a:pPr algn="l"/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hu-HU" sz="1400" dirty="0" err="1">
                          <a:solidFill>
                            <a:schemeClr val="tx1"/>
                          </a:solidFill>
                        </a:rPr>
                        <a:t>letszam</a:t>
                      </a:r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: Int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+Visit(v: Varos) {</a:t>
                      </a:r>
                      <a:r>
                        <a:rPr lang="hu-HU" sz="1400" dirty="0" err="1">
                          <a:solidFill>
                            <a:schemeClr val="tx1"/>
                          </a:solidFill>
                        </a:rPr>
                        <a:t>override</a:t>
                      </a:r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A6E3C019-1714-2429-989F-AB923D8FE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419586"/>
              </p:ext>
            </p:extLst>
          </p:nvPr>
        </p:nvGraphicFramePr>
        <p:xfrm>
          <a:off x="1218981" y="3669951"/>
          <a:ext cx="2235857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857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185587">
                <a:tc>
                  <a:txBody>
                    <a:bodyPr/>
                    <a:lstStyle/>
                    <a:p>
                      <a:pPr algn="ctr"/>
                      <a:r>
                        <a:rPr lang="hu-HU" sz="2000" b="0" dirty="0">
                          <a:solidFill>
                            <a:schemeClr val="tx1"/>
                          </a:solidFill>
                        </a:rPr>
                        <a:t>Nyugati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pPr algn="l"/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hu-HU" sz="1400" dirty="0" err="1">
                          <a:solidFill>
                            <a:schemeClr val="tx1"/>
                          </a:solidFill>
                        </a:rPr>
                        <a:t>letszam</a:t>
                      </a:r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: Int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pPr algn="l"/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+Visit(v: Varos) {</a:t>
                      </a:r>
                      <a:r>
                        <a:rPr lang="hu-HU" sz="1400" dirty="0" err="1">
                          <a:solidFill>
                            <a:schemeClr val="tx1"/>
                          </a:solidFill>
                        </a:rPr>
                        <a:t>override</a:t>
                      </a:r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28E7265B-1738-EE29-DF6A-9EB2291A9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083638"/>
              </p:ext>
            </p:extLst>
          </p:nvPr>
        </p:nvGraphicFramePr>
        <p:xfrm>
          <a:off x="1166705" y="5062717"/>
          <a:ext cx="2397943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943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b="0" dirty="0" err="1">
                          <a:solidFill>
                            <a:schemeClr val="tx1"/>
                          </a:solidFill>
                        </a:rPr>
                        <a:t>Egyeb</a:t>
                      </a:r>
                      <a:endParaRPr lang="hu-H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pPr algn="l"/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hu-HU" sz="1400" dirty="0" err="1">
                          <a:solidFill>
                            <a:schemeClr val="tx1"/>
                          </a:solidFill>
                        </a:rPr>
                        <a:t>letszam</a:t>
                      </a:r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: Int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pPr algn="l"/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+Visit(v: Varos) {</a:t>
                      </a:r>
                      <a:r>
                        <a:rPr lang="hu-HU" sz="1400" dirty="0" err="1">
                          <a:solidFill>
                            <a:schemeClr val="tx1"/>
                          </a:solidFill>
                        </a:rPr>
                        <a:t>override</a:t>
                      </a:r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9623B2B2-6683-0FF0-26E5-FC0ACF9ED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221871"/>
              </p:ext>
            </p:extLst>
          </p:nvPr>
        </p:nvGraphicFramePr>
        <p:xfrm>
          <a:off x="7118397" y="1000523"/>
          <a:ext cx="3892503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2503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362656">
                <a:tc>
                  <a:txBody>
                    <a:bodyPr/>
                    <a:lstStyle/>
                    <a:p>
                      <a:pPr algn="ctr"/>
                      <a:r>
                        <a:rPr lang="hu-HU" sz="2000" b="0" dirty="0">
                          <a:solidFill>
                            <a:schemeClr val="tx1"/>
                          </a:solidFill>
                        </a:rPr>
                        <a:t>Város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813680">
                <a:tc>
                  <a:txBody>
                    <a:bodyPr/>
                    <a:lstStyle/>
                    <a:p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allapot: Allapot {</a:t>
                      </a:r>
                      <a:r>
                        <a:rPr lang="hu-HU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allapotok: Int[]</a:t>
                      </a:r>
                    </a:p>
                    <a:p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jovedelem</a:t>
                      </a:r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</a:t>
                      </a:r>
                    </a:p>
                    <a:p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japanok</a:t>
                      </a:r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 {</a:t>
                      </a:r>
                      <a:r>
                        <a:rPr lang="hu-HU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nyugatiak</a:t>
                      </a:r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 {</a:t>
                      </a:r>
                      <a:r>
                        <a:rPr lang="hu-HU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egyebek: Int {</a:t>
                      </a:r>
                      <a:r>
                        <a:rPr lang="hu-HU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hu-H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306862">
                <a:tc>
                  <a:txBody>
                    <a:bodyPr/>
                    <a:lstStyle/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Accept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(j: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Japan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Accept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(n: Nyugati)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Accept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(e: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Egyeb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AcceptAll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Bevetel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letszam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: Int): Real</a:t>
                      </a:r>
                    </a:p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Javitas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LegjobbAllapot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(): Int</a:t>
                      </a:r>
                    </a:p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UjEv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8A5DFE68-7E61-7493-AA75-0B462BC41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213181"/>
              </p:ext>
            </p:extLst>
          </p:nvPr>
        </p:nvGraphicFramePr>
        <p:xfrm>
          <a:off x="808295" y="8658689"/>
          <a:ext cx="3363698" cy="2722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3698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606956"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r>
                        <a:rPr lang="hu-HU" sz="1400" b="0" dirty="0" err="1">
                          <a:solidFill>
                            <a:schemeClr val="tx1"/>
                          </a:solidFill>
                        </a:rPr>
                        <a:t>singleton</a:t>
                      </a:r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</a:p>
                    <a:p>
                      <a:pPr algn="ctr"/>
                      <a:r>
                        <a:rPr lang="hu-HU" sz="2000" b="0" dirty="0">
                          <a:solidFill>
                            <a:schemeClr val="tx1"/>
                          </a:solidFill>
                        </a:rPr>
                        <a:t>Lepusztult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374816">
                <a:tc>
                  <a:txBody>
                    <a:bodyPr/>
                    <a:lstStyle/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allapot: Int {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1737783">
                <a:tc>
                  <a:txBody>
                    <a:bodyPr/>
                    <a:lstStyle/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Accept(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j: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Japan)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Nyugati):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(e: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Egyeb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): Int 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writeAllapot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Rontas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Int, e: Int): Allapot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Javitas(extrapenz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Real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Allapot</a:t>
                      </a:r>
                      <a:endParaRPr lang="hu-HU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12" name="Táblázat 11">
            <a:extLst>
              <a:ext uri="{FF2B5EF4-FFF2-40B4-BE49-F238E27FC236}">
                <a16:creationId xmlns:a16="http://schemas.microsoft.com/office/drawing/2014/main" id="{D5F542B8-C1F2-F10E-8F93-FD949A4F3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262839"/>
              </p:ext>
            </p:extLst>
          </p:nvPr>
        </p:nvGraphicFramePr>
        <p:xfrm>
          <a:off x="7518908" y="5427151"/>
          <a:ext cx="3155017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5017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307703">
                <a:tc>
                  <a:txBody>
                    <a:bodyPr/>
                    <a:lstStyle/>
                    <a:p>
                      <a:pPr algn="ctr"/>
                      <a:r>
                        <a:rPr lang="hu-HU" sz="16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r>
                        <a:rPr lang="hu-HU" sz="1600" b="0" dirty="0" err="1">
                          <a:solidFill>
                            <a:schemeClr val="tx1"/>
                          </a:solidFill>
                        </a:rPr>
                        <a:t>Interface</a:t>
                      </a:r>
                      <a:r>
                        <a:rPr lang="hu-HU" sz="16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</a:p>
                    <a:p>
                      <a:pPr algn="ctr"/>
                      <a:r>
                        <a:rPr lang="hu-HU" sz="1600" b="0" dirty="0">
                          <a:solidFill>
                            <a:schemeClr val="tx1"/>
                          </a:solidFill>
                        </a:rPr>
                        <a:t>Allapot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pPr algn="l"/>
                      <a:endParaRPr lang="hu-HU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Accept(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j: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Japan)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Nyugati):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(e: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Egyeb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getAllapot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writeAllapot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Rontas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Int, e: Int): Allapot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Javitas(extrapenz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Real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Allapot</a:t>
                      </a:r>
                      <a:endParaRPr lang="hu-HU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sp>
        <p:nvSpPr>
          <p:cNvPr id="13" name="Téglalap: egyik sarkán levágva 12">
            <a:extLst>
              <a:ext uri="{FF2B5EF4-FFF2-40B4-BE49-F238E27FC236}">
                <a16:creationId xmlns:a16="http://schemas.microsoft.com/office/drawing/2014/main" id="{DD9C088D-FA0A-ADB9-F478-B47B70B879D9}"/>
              </a:ext>
            </a:extLst>
          </p:cNvPr>
          <p:cNvSpPr/>
          <p:nvPr/>
        </p:nvSpPr>
        <p:spPr>
          <a:xfrm>
            <a:off x="1603816" y="3338206"/>
            <a:ext cx="1800000" cy="27972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100" dirty="0" err="1">
                <a:solidFill>
                  <a:srgbClr val="000000"/>
                </a:solidFill>
              </a:rPr>
              <a:t>v.Accept</a:t>
            </a:r>
            <a:r>
              <a:rPr lang="hu-HU" sz="1100" dirty="0">
                <a:solidFill>
                  <a:srgbClr val="000000"/>
                </a:solidFill>
              </a:rPr>
              <a:t>(</a:t>
            </a:r>
            <a:r>
              <a:rPr lang="hu-HU" sz="1100" dirty="0" err="1">
                <a:solidFill>
                  <a:srgbClr val="000000"/>
                </a:solidFill>
              </a:rPr>
              <a:t>this</a:t>
            </a:r>
            <a:r>
              <a:rPr lang="hu-HU" sz="1100" dirty="0">
                <a:solidFill>
                  <a:srgbClr val="000000"/>
                </a:solidFill>
              </a:rPr>
              <a:t>);</a:t>
            </a:r>
            <a:endParaRPr lang="hu-HU" sz="1100" dirty="0">
              <a:solidFill>
                <a:schemeClr val="tx1"/>
              </a:solidFill>
            </a:endParaRPr>
          </a:p>
        </p:txBody>
      </p:sp>
      <p:sp>
        <p:nvSpPr>
          <p:cNvPr id="16" name="Téglalap: egyik sarkán levágva 15">
            <a:extLst>
              <a:ext uri="{FF2B5EF4-FFF2-40B4-BE49-F238E27FC236}">
                <a16:creationId xmlns:a16="http://schemas.microsoft.com/office/drawing/2014/main" id="{30208690-6E87-B9BB-278B-073BB3510B00}"/>
              </a:ext>
            </a:extLst>
          </p:cNvPr>
          <p:cNvSpPr/>
          <p:nvPr/>
        </p:nvSpPr>
        <p:spPr>
          <a:xfrm>
            <a:off x="1626628" y="4711210"/>
            <a:ext cx="1800000" cy="27972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100" dirty="0" err="1">
                <a:solidFill>
                  <a:srgbClr val="000000"/>
                </a:solidFill>
              </a:rPr>
              <a:t>v.Accept</a:t>
            </a:r>
            <a:r>
              <a:rPr lang="hu-HU" sz="1100" dirty="0">
                <a:solidFill>
                  <a:srgbClr val="000000"/>
                </a:solidFill>
              </a:rPr>
              <a:t>(</a:t>
            </a:r>
            <a:r>
              <a:rPr lang="hu-HU" sz="1100" dirty="0" err="1">
                <a:solidFill>
                  <a:srgbClr val="000000"/>
                </a:solidFill>
              </a:rPr>
              <a:t>this</a:t>
            </a:r>
            <a:r>
              <a:rPr lang="hu-HU" sz="1100" dirty="0">
                <a:solidFill>
                  <a:srgbClr val="000000"/>
                </a:solidFill>
              </a:rPr>
              <a:t>);</a:t>
            </a:r>
            <a:endParaRPr lang="hu-HU" sz="1100" dirty="0">
              <a:solidFill>
                <a:schemeClr val="tx1"/>
              </a:solidFill>
            </a:endParaRPr>
          </a:p>
        </p:txBody>
      </p:sp>
      <p:sp>
        <p:nvSpPr>
          <p:cNvPr id="17" name="Téglalap: egyik sarkán levágva 16">
            <a:extLst>
              <a:ext uri="{FF2B5EF4-FFF2-40B4-BE49-F238E27FC236}">
                <a16:creationId xmlns:a16="http://schemas.microsoft.com/office/drawing/2014/main" id="{693B1D60-3DF1-D209-B9A9-A4673A7F5273}"/>
              </a:ext>
            </a:extLst>
          </p:cNvPr>
          <p:cNvSpPr/>
          <p:nvPr/>
        </p:nvSpPr>
        <p:spPr>
          <a:xfrm>
            <a:off x="1712372" y="6101286"/>
            <a:ext cx="1800000" cy="27972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100" dirty="0" err="1">
                <a:solidFill>
                  <a:srgbClr val="000000"/>
                </a:solidFill>
              </a:rPr>
              <a:t>v.Accept</a:t>
            </a:r>
            <a:r>
              <a:rPr lang="hu-HU" sz="1100" dirty="0">
                <a:solidFill>
                  <a:srgbClr val="000000"/>
                </a:solidFill>
              </a:rPr>
              <a:t>(</a:t>
            </a:r>
            <a:r>
              <a:rPr lang="hu-HU" sz="1100" dirty="0" err="1">
                <a:solidFill>
                  <a:srgbClr val="000000"/>
                </a:solidFill>
              </a:rPr>
              <a:t>this</a:t>
            </a:r>
            <a:r>
              <a:rPr lang="hu-HU" sz="1100" dirty="0">
                <a:solidFill>
                  <a:srgbClr val="000000"/>
                </a:solidFill>
              </a:rPr>
              <a:t>);</a:t>
            </a:r>
            <a:endParaRPr lang="hu-HU" sz="1100" dirty="0">
              <a:solidFill>
                <a:schemeClr val="tx1"/>
              </a:solidFill>
            </a:endParaRPr>
          </a:p>
        </p:txBody>
      </p:sp>
      <p:sp>
        <p:nvSpPr>
          <p:cNvPr id="18" name="Ellipszis 17">
            <a:extLst>
              <a:ext uri="{FF2B5EF4-FFF2-40B4-BE49-F238E27FC236}">
                <a16:creationId xmlns:a16="http://schemas.microsoft.com/office/drawing/2014/main" id="{391C3386-5E75-0BFE-D9E5-80E0B338C23D}"/>
              </a:ext>
            </a:extLst>
          </p:cNvPr>
          <p:cNvSpPr/>
          <p:nvPr/>
        </p:nvSpPr>
        <p:spPr>
          <a:xfrm>
            <a:off x="3305252" y="3137120"/>
            <a:ext cx="59960" cy="59960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AAF2DEB2-4225-1B2F-28DC-8B5E54BD4BB3}"/>
              </a:ext>
            </a:extLst>
          </p:cNvPr>
          <p:cNvCxnSpPr>
            <a:stCxn id="18" idx="4"/>
          </p:cNvCxnSpPr>
          <p:nvPr/>
        </p:nvCxnSpPr>
        <p:spPr>
          <a:xfrm>
            <a:off x="3335232" y="3197081"/>
            <a:ext cx="0" cy="14112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lipszis 20">
            <a:extLst>
              <a:ext uri="{FF2B5EF4-FFF2-40B4-BE49-F238E27FC236}">
                <a16:creationId xmlns:a16="http://schemas.microsoft.com/office/drawing/2014/main" id="{520D9635-ABB5-173A-EC7F-F10F7F766340}"/>
              </a:ext>
            </a:extLst>
          </p:cNvPr>
          <p:cNvSpPr/>
          <p:nvPr/>
        </p:nvSpPr>
        <p:spPr>
          <a:xfrm>
            <a:off x="3328064" y="4507448"/>
            <a:ext cx="59960" cy="59960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2" name="Egyenes összekötő 21">
            <a:extLst>
              <a:ext uri="{FF2B5EF4-FFF2-40B4-BE49-F238E27FC236}">
                <a16:creationId xmlns:a16="http://schemas.microsoft.com/office/drawing/2014/main" id="{F4B35C7A-569C-11C1-1DE2-AD9D887DF682}"/>
              </a:ext>
            </a:extLst>
          </p:cNvPr>
          <p:cNvCxnSpPr>
            <a:stCxn id="21" idx="4"/>
          </p:cNvCxnSpPr>
          <p:nvPr/>
        </p:nvCxnSpPr>
        <p:spPr>
          <a:xfrm>
            <a:off x="3358044" y="4567409"/>
            <a:ext cx="0" cy="14112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lipszis 22">
            <a:extLst>
              <a:ext uri="{FF2B5EF4-FFF2-40B4-BE49-F238E27FC236}">
                <a16:creationId xmlns:a16="http://schemas.microsoft.com/office/drawing/2014/main" id="{303D7BB4-AF38-7241-70CA-6D5C271E21A7}"/>
              </a:ext>
            </a:extLst>
          </p:cNvPr>
          <p:cNvSpPr/>
          <p:nvPr/>
        </p:nvSpPr>
        <p:spPr>
          <a:xfrm>
            <a:off x="3413808" y="5900079"/>
            <a:ext cx="59960" cy="59960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4" name="Egyenes összekötő 23">
            <a:extLst>
              <a:ext uri="{FF2B5EF4-FFF2-40B4-BE49-F238E27FC236}">
                <a16:creationId xmlns:a16="http://schemas.microsoft.com/office/drawing/2014/main" id="{58AE1B01-A2E4-5F62-0E87-4B47C5C7F46F}"/>
              </a:ext>
            </a:extLst>
          </p:cNvPr>
          <p:cNvCxnSpPr>
            <a:stCxn id="23" idx="4"/>
          </p:cNvCxnSpPr>
          <p:nvPr/>
        </p:nvCxnSpPr>
        <p:spPr>
          <a:xfrm>
            <a:off x="3443788" y="5960040"/>
            <a:ext cx="0" cy="14112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gyenes összekötő 25">
            <a:extLst>
              <a:ext uri="{FF2B5EF4-FFF2-40B4-BE49-F238E27FC236}">
                <a16:creationId xmlns:a16="http://schemas.microsoft.com/office/drawing/2014/main" id="{E1B58527-52CE-44BA-67A4-8285EF3A0BE3}"/>
              </a:ext>
            </a:extLst>
          </p:cNvPr>
          <p:cNvCxnSpPr>
            <a:cxnSpLocks/>
          </p:cNvCxnSpPr>
          <p:nvPr/>
        </p:nvCxnSpPr>
        <p:spPr>
          <a:xfrm>
            <a:off x="3737112" y="1552679"/>
            <a:ext cx="4005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32C33780-1B6E-0986-998B-5713B9A45C43}"/>
              </a:ext>
            </a:extLst>
          </p:cNvPr>
          <p:cNvCxnSpPr>
            <a:cxnSpLocks/>
          </p:cNvCxnSpPr>
          <p:nvPr/>
        </p:nvCxnSpPr>
        <p:spPr>
          <a:xfrm>
            <a:off x="4137632" y="1552681"/>
            <a:ext cx="1" cy="26201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gyenes összekötő 30">
            <a:extLst>
              <a:ext uri="{FF2B5EF4-FFF2-40B4-BE49-F238E27FC236}">
                <a16:creationId xmlns:a16="http://schemas.microsoft.com/office/drawing/2014/main" id="{2A541480-D395-55B8-C20C-F3566953706F}"/>
              </a:ext>
            </a:extLst>
          </p:cNvPr>
          <p:cNvCxnSpPr>
            <a:cxnSpLocks/>
          </p:cNvCxnSpPr>
          <p:nvPr/>
        </p:nvCxnSpPr>
        <p:spPr>
          <a:xfrm>
            <a:off x="3984257" y="4172871"/>
            <a:ext cx="1533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32">
            <a:extLst>
              <a:ext uri="{FF2B5EF4-FFF2-40B4-BE49-F238E27FC236}">
                <a16:creationId xmlns:a16="http://schemas.microsoft.com/office/drawing/2014/main" id="{2F602E06-C962-D753-1E9E-543218542800}"/>
              </a:ext>
            </a:extLst>
          </p:cNvPr>
          <p:cNvCxnSpPr>
            <a:cxnSpLocks/>
          </p:cNvCxnSpPr>
          <p:nvPr/>
        </p:nvCxnSpPr>
        <p:spPr>
          <a:xfrm>
            <a:off x="3984258" y="2784475"/>
            <a:ext cx="0" cy="2781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35AC41A4-1B74-0B66-82A7-F82685BC4DF7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439022" y="2771524"/>
            <a:ext cx="545235" cy="74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gyenes összekötő 40">
            <a:extLst>
              <a:ext uri="{FF2B5EF4-FFF2-40B4-BE49-F238E27FC236}">
                <a16:creationId xmlns:a16="http://schemas.microsoft.com/office/drawing/2014/main" id="{4428E251-0F38-9DD2-A59E-6D210DACA67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454838" y="4172871"/>
            <a:ext cx="5294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gyenes összekötő 41">
            <a:extLst>
              <a:ext uri="{FF2B5EF4-FFF2-40B4-BE49-F238E27FC236}">
                <a16:creationId xmlns:a16="http://schemas.microsoft.com/office/drawing/2014/main" id="{715EA955-8895-C753-18C8-F728FA21A2FB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564648" y="5565637"/>
            <a:ext cx="4196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Háromszög 43">
            <a:extLst>
              <a:ext uri="{FF2B5EF4-FFF2-40B4-BE49-F238E27FC236}">
                <a16:creationId xmlns:a16="http://schemas.microsoft.com/office/drawing/2014/main" id="{E5B58233-2CB6-9F7F-1D36-7758FCDABF79}"/>
              </a:ext>
            </a:extLst>
          </p:cNvPr>
          <p:cNvSpPr/>
          <p:nvPr/>
        </p:nvSpPr>
        <p:spPr>
          <a:xfrm rot="16200000">
            <a:off x="3572011" y="1467205"/>
            <a:ext cx="165100" cy="168025"/>
          </a:xfrm>
          <a:prstGeom prst="triangl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6" name="Rombusz 55">
            <a:extLst>
              <a:ext uri="{FF2B5EF4-FFF2-40B4-BE49-F238E27FC236}">
                <a16:creationId xmlns:a16="http://schemas.microsoft.com/office/drawing/2014/main" id="{DE50EAD1-B36F-4DF8-3694-7C7DBA2771AE}"/>
              </a:ext>
            </a:extLst>
          </p:cNvPr>
          <p:cNvSpPr/>
          <p:nvPr/>
        </p:nvSpPr>
        <p:spPr>
          <a:xfrm>
            <a:off x="8929982" y="4820051"/>
            <a:ext cx="343716" cy="343716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57" name="Egyenes összekötő 56">
            <a:extLst>
              <a:ext uri="{FF2B5EF4-FFF2-40B4-BE49-F238E27FC236}">
                <a16:creationId xmlns:a16="http://schemas.microsoft.com/office/drawing/2014/main" id="{8830195C-5396-E56E-00B4-A1329CC171F8}"/>
              </a:ext>
            </a:extLst>
          </p:cNvPr>
          <p:cNvCxnSpPr>
            <a:cxnSpLocks/>
            <a:stCxn id="56" idx="2"/>
            <a:endCxn id="12" idx="0"/>
          </p:cNvCxnSpPr>
          <p:nvPr/>
        </p:nvCxnSpPr>
        <p:spPr>
          <a:xfrm flipH="1">
            <a:off x="9096416" y="5163767"/>
            <a:ext cx="5424" cy="263384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Táblázat 59">
            <a:extLst>
              <a:ext uri="{FF2B5EF4-FFF2-40B4-BE49-F238E27FC236}">
                <a16:creationId xmlns:a16="http://schemas.microsoft.com/office/drawing/2014/main" id="{D08C83DB-25BA-1BA8-971A-AFACFB8D0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843644"/>
              </p:ext>
            </p:extLst>
          </p:nvPr>
        </p:nvGraphicFramePr>
        <p:xfrm>
          <a:off x="7533493" y="8602057"/>
          <a:ext cx="3248807" cy="2722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8807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663951">
                <a:tc>
                  <a:txBody>
                    <a:bodyPr/>
                    <a:lstStyle/>
                    <a:p>
                      <a:pPr marL="0" marR="0" lvl="0" indent="0" algn="ctr" defTabSz="17279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r>
                        <a:rPr lang="hu-HU" sz="1400" b="0" dirty="0" err="1">
                          <a:solidFill>
                            <a:schemeClr val="tx1"/>
                          </a:solidFill>
                        </a:rPr>
                        <a:t>singleton</a:t>
                      </a:r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</a:p>
                    <a:p>
                      <a:pPr algn="ctr"/>
                      <a:r>
                        <a:rPr lang="hu-HU" sz="2000" b="0" dirty="0" err="1">
                          <a:solidFill>
                            <a:schemeClr val="tx1"/>
                          </a:solidFill>
                        </a:rPr>
                        <a:t>Atlagos</a:t>
                      </a:r>
                      <a:endParaRPr lang="hu-H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365173">
                <a:tc>
                  <a:txBody>
                    <a:bodyPr/>
                    <a:lstStyle/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allapot: Int {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1693075">
                <a:tc>
                  <a:txBody>
                    <a:bodyPr/>
                    <a:lstStyle/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Accept(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j: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Japan)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Nyugati):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(e: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Egyeb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writeAllapot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Rontas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Int, e: Int): Allapot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Javitas(extrapenz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Real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Allapot</a:t>
                      </a:r>
                      <a:endParaRPr lang="hu-HU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61" name="Táblázat 60">
            <a:extLst>
              <a:ext uri="{FF2B5EF4-FFF2-40B4-BE49-F238E27FC236}">
                <a16:creationId xmlns:a16="http://schemas.microsoft.com/office/drawing/2014/main" id="{22F7764E-8002-75C2-53F3-E2CF50A5B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170821"/>
              </p:ext>
            </p:extLst>
          </p:nvPr>
        </p:nvGraphicFramePr>
        <p:xfrm>
          <a:off x="13309845" y="8563350"/>
          <a:ext cx="3289055" cy="272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9055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663951">
                <a:tc>
                  <a:txBody>
                    <a:bodyPr/>
                    <a:lstStyle/>
                    <a:p>
                      <a:pPr marL="0" marR="0" lvl="0" indent="0" algn="ctr" defTabSz="17279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r>
                        <a:rPr lang="hu-HU" sz="1400" b="0" dirty="0" err="1">
                          <a:solidFill>
                            <a:schemeClr val="tx1"/>
                          </a:solidFill>
                        </a:rPr>
                        <a:t>singleton</a:t>
                      </a:r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</a:p>
                    <a:p>
                      <a:pPr algn="ctr"/>
                      <a:r>
                        <a:rPr lang="hu-HU" sz="2000" b="0" dirty="0" err="1">
                          <a:solidFill>
                            <a:schemeClr val="tx1"/>
                          </a:solidFill>
                        </a:rPr>
                        <a:t>Jo</a:t>
                      </a:r>
                      <a:endParaRPr lang="hu-H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365173">
                <a:tc>
                  <a:txBody>
                    <a:bodyPr/>
                    <a:lstStyle/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allapot: Int {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1693076">
                <a:tc>
                  <a:txBody>
                    <a:bodyPr/>
                    <a:lstStyle/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Accept(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j: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Japan)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Nyugati):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(e: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Egyeb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writeAllapot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Rontas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Int, e: Int): Allapot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Javitas(extrapenz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Real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Allapot</a:t>
                      </a:r>
                      <a:endParaRPr lang="hu-HU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879D7825-250C-B51F-D4C2-6EA226BE2601}"/>
              </a:ext>
            </a:extLst>
          </p:cNvPr>
          <p:cNvCxnSpPr>
            <a:cxnSpLocks/>
          </p:cNvCxnSpPr>
          <p:nvPr/>
        </p:nvCxnSpPr>
        <p:spPr>
          <a:xfrm>
            <a:off x="2490144" y="8478279"/>
            <a:ext cx="124642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3BAB8BBA-42E6-347B-0B83-900DC36F17EC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2490144" y="8478279"/>
            <a:ext cx="0" cy="18041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Egyenes összekötő 79">
            <a:extLst>
              <a:ext uri="{FF2B5EF4-FFF2-40B4-BE49-F238E27FC236}">
                <a16:creationId xmlns:a16="http://schemas.microsoft.com/office/drawing/2014/main" id="{B043B7B8-8F51-5F7D-349F-9086104349D5}"/>
              </a:ext>
            </a:extLst>
          </p:cNvPr>
          <p:cNvCxnSpPr>
            <a:cxnSpLocks/>
            <a:stCxn id="60" idx="0"/>
          </p:cNvCxnSpPr>
          <p:nvPr/>
        </p:nvCxnSpPr>
        <p:spPr>
          <a:xfrm flipV="1">
            <a:off x="9157896" y="8471438"/>
            <a:ext cx="0" cy="13061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Egyenes összekötő 80">
            <a:extLst>
              <a:ext uri="{FF2B5EF4-FFF2-40B4-BE49-F238E27FC236}">
                <a16:creationId xmlns:a16="http://schemas.microsoft.com/office/drawing/2014/main" id="{D3820A39-DB79-BCAA-55B0-DA0E0FEDD56E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14954372" y="8432731"/>
            <a:ext cx="0" cy="13061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Egyenes összekötő 81">
            <a:extLst>
              <a:ext uri="{FF2B5EF4-FFF2-40B4-BE49-F238E27FC236}">
                <a16:creationId xmlns:a16="http://schemas.microsoft.com/office/drawing/2014/main" id="{57E1F08A-5490-6FE4-A361-AE2C942098BC}"/>
              </a:ext>
            </a:extLst>
          </p:cNvPr>
          <p:cNvCxnSpPr>
            <a:cxnSpLocks/>
          </p:cNvCxnSpPr>
          <p:nvPr/>
        </p:nvCxnSpPr>
        <p:spPr>
          <a:xfrm flipV="1">
            <a:off x="9103708" y="8309075"/>
            <a:ext cx="0" cy="169204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Háromszög 84">
            <a:extLst>
              <a:ext uri="{FF2B5EF4-FFF2-40B4-BE49-F238E27FC236}">
                <a16:creationId xmlns:a16="http://schemas.microsoft.com/office/drawing/2014/main" id="{FD6B9041-CB25-9E6F-BD51-FD67F715A7AE}"/>
              </a:ext>
            </a:extLst>
          </p:cNvPr>
          <p:cNvSpPr/>
          <p:nvPr/>
        </p:nvSpPr>
        <p:spPr>
          <a:xfrm>
            <a:off x="9021159" y="8160838"/>
            <a:ext cx="165100" cy="168025"/>
          </a:xfrm>
          <a:prstGeom prst="triangl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87" name="Egyenes összekötő 86">
            <a:extLst>
              <a:ext uri="{FF2B5EF4-FFF2-40B4-BE49-F238E27FC236}">
                <a16:creationId xmlns:a16="http://schemas.microsoft.com/office/drawing/2014/main" id="{AA568E0E-7748-44D9-A291-DB5029A7AFCA}"/>
              </a:ext>
            </a:extLst>
          </p:cNvPr>
          <p:cNvCxnSpPr>
            <a:cxnSpLocks/>
            <a:endCxn id="89" idx="3"/>
          </p:cNvCxnSpPr>
          <p:nvPr/>
        </p:nvCxnSpPr>
        <p:spPr>
          <a:xfrm>
            <a:off x="3570548" y="1190356"/>
            <a:ext cx="337982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Háromszög 88">
            <a:extLst>
              <a:ext uri="{FF2B5EF4-FFF2-40B4-BE49-F238E27FC236}">
                <a16:creationId xmlns:a16="http://schemas.microsoft.com/office/drawing/2014/main" id="{EF15393B-6C01-D17D-E723-761E847BE269}"/>
              </a:ext>
            </a:extLst>
          </p:cNvPr>
          <p:cNvSpPr/>
          <p:nvPr/>
        </p:nvSpPr>
        <p:spPr>
          <a:xfrm rot="5400000" flipH="1">
            <a:off x="6951834" y="1106343"/>
            <a:ext cx="165100" cy="168025"/>
          </a:xfrm>
          <a:prstGeom prst="triangl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1" name="Téglalap: egyik sarkán levágva 90">
            <a:extLst>
              <a:ext uri="{FF2B5EF4-FFF2-40B4-BE49-F238E27FC236}">
                <a16:creationId xmlns:a16="http://schemas.microsoft.com/office/drawing/2014/main" id="{0259DFF2-CEF1-00F7-8FD2-314736161A0F}"/>
              </a:ext>
            </a:extLst>
          </p:cNvPr>
          <p:cNvSpPr/>
          <p:nvPr/>
        </p:nvSpPr>
        <p:spPr>
          <a:xfrm>
            <a:off x="4419071" y="8543582"/>
            <a:ext cx="1432574" cy="44462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0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92" name="Ellipszis 91">
            <a:extLst>
              <a:ext uri="{FF2B5EF4-FFF2-40B4-BE49-F238E27FC236}">
                <a16:creationId xmlns:a16="http://schemas.microsoft.com/office/drawing/2014/main" id="{E73DB897-6D96-D8D7-CB53-73496A986018}"/>
              </a:ext>
            </a:extLst>
          </p:cNvPr>
          <p:cNvSpPr/>
          <p:nvPr/>
        </p:nvSpPr>
        <p:spPr>
          <a:xfrm>
            <a:off x="3892808" y="9877595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3" name="Egyenes összekötő 92">
            <a:extLst>
              <a:ext uri="{FF2B5EF4-FFF2-40B4-BE49-F238E27FC236}">
                <a16:creationId xmlns:a16="http://schemas.microsoft.com/office/drawing/2014/main" id="{CAEFB09D-3B42-6810-3ED2-ED1433A4DEC5}"/>
              </a:ext>
            </a:extLst>
          </p:cNvPr>
          <p:cNvCxnSpPr>
            <a:cxnSpLocks/>
            <a:stCxn id="91" idx="2"/>
            <a:endCxn id="92" idx="6"/>
          </p:cNvCxnSpPr>
          <p:nvPr/>
        </p:nvCxnSpPr>
        <p:spPr>
          <a:xfrm flipH="1">
            <a:off x="4004646" y="8765897"/>
            <a:ext cx="414425" cy="116761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Ellipszis 94">
            <a:extLst>
              <a:ext uri="{FF2B5EF4-FFF2-40B4-BE49-F238E27FC236}">
                <a16:creationId xmlns:a16="http://schemas.microsoft.com/office/drawing/2014/main" id="{F1450587-DA0B-1C9C-03EE-8CA47E8C0FD2}"/>
              </a:ext>
            </a:extLst>
          </p:cNvPr>
          <p:cNvSpPr/>
          <p:nvPr/>
        </p:nvSpPr>
        <p:spPr>
          <a:xfrm>
            <a:off x="3892808" y="10092717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6" name="Ellipszis 95">
            <a:extLst>
              <a:ext uri="{FF2B5EF4-FFF2-40B4-BE49-F238E27FC236}">
                <a16:creationId xmlns:a16="http://schemas.microsoft.com/office/drawing/2014/main" id="{57E42381-D8E0-67D3-EFC7-2EDC0E1C5993}"/>
              </a:ext>
            </a:extLst>
          </p:cNvPr>
          <p:cNvSpPr/>
          <p:nvPr/>
        </p:nvSpPr>
        <p:spPr>
          <a:xfrm>
            <a:off x="3892808" y="10346697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7" name="Ellipszis 96">
            <a:extLst>
              <a:ext uri="{FF2B5EF4-FFF2-40B4-BE49-F238E27FC236}">
                <a16:creationId xmlns:a16="http://schemas.microsoft.com/office/drawing/2014/main" id="{9436305F-E984-41BE-6E78-A7D8FFBC01C6}"/>
              </a:ext>
            </a:extLst>
          </p:cNvPr>
          <p:cNvSpPr/>
          <p:nvPr/>
        </p:nvSpPr>
        <p:spPr>
          <a:xfrm>
            <a:off x="3892808" y="10630374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8" name="Ellipszis 97">
            <a:extLst>
              <a:ext uri="{FF2B5EF4-FFF2-40B4-BE49-F238E27FC236}">
                <a16:creationId xmlns:a16="http://schemas.microsoft.com/office/drawing/2014/main" id="{72CE79D6-D868-3724-CB51-AE328288D123}"/>
              </a:ext>
            </a:extLst>
          </p:cNvPr>
          <p:cNvSpPr/>
          <p:nvPr/>
        </p:nvSpPr>
        <p:spPr>
          <a:xfrm>
            <a:off x="3892808" y="10847649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9" name="Ellipszis 98">
            <a:extLst>
              <a:ext uri="{FF2B5EF4-FFF2-40B4-BE49-F238E27FC236}">
                <a16:creationId xmlns:a16="http://schemas.microsoft.com/office/drawing/2014/main" id="{A8E57366-2677-72D7-67BB-3E90C232F934}"/>
              </a:ext>
            </a:extLst>
          </p:cNvPr>
          <p:cNvSpPr/>
          <p:nvPr/>
        </p:nvSpPr>
        <p:spPr>
          <a:xfrm>
            <a:off x="3892808" y="11108903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7" name="Téglalap: egyik sarkán levágva 106">
            <a:extLst>
              <a:ext uri="{FF2B5EF4-FFF2-40B4-BE49-F238E27FC236}">
                <a16:creationId xmlns:a16="http://schemas.microsoft.com/office/drawing/2014/main" id="{ED12D00E-C469-4B45-090E-44E3842EF529}"/>
              </a:ext>
            </a:extLst>
          </p:cNvPr>
          <p:cNvSpPr/>
          <p:nvPr/>
        </p:nvSpPr>
        <p:spPr>
          <a:xfrm>
            <a:off x="4423064" y="9067477"/>
            <a:ext cx="1720662" cy="42656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n.letszam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08" name="Egyenes összekötő 107">
            <a:extLst>
              <a:ext uri="{FF2B5EF4-FFF2-40B4-BE49-F238E27FC236}">
                <a16:creationId xmlns:a16="http://schemas.microsoft.com/office/drawing/2014/main" id="{4B791C2F-04CB-DA06-DAEA-5F76B7B93C47}"/>
              </a:ext>
            </a:extLst>
          </p:cNvPr>
          <p:cNvCxnSpPr>
            <a:cxnSpLocks/>
            <a:stCxn id="107" idx="2"/>
            <a:endCxn id="95" idx="6"/>
          </p:cNvCxnSpPr>
          <p:nvPr/>
        </p:nvCxnSpPr>
        <p:spPr>
          <a:xfrm flipH="1">
            <a:off x="4004646" y="9280759"/>
            <a:ext cx="418418" cy="86787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églalap: egyik sarkán levágva 116">
            <a:extLst>
              <a:ext uri="{FF2B5EF4-FFF2-40B4-BE49-F238E27FC236}">
                <a16:creationId xmlns:a16="http://schemas.microsoft.com/office/drawing/2014/main" id="{C79F081D-A886-1EDA-1FD0-884BDDC26EC7}"/>
              </a:ext>
            </a:extLst>
          </p:cNvPr>
          <p:cNvSpPr/>
          <p:nvPr/>
        </p:nvSpPr>
        <p:spPr>
          <a:xfrm>
            <a:off x="4419071" y="9592529"/>
            <a:ext cx="1720662" cy="42656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e.letszam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18" name="Egyenes összekötő 117">
            <a:extLst>
              <a:ext uri="{FF2B5EF4-FFF2-40B4-BE49-F238E27FC236}">
                <a16:creationId xmlns:a16="http://schemas.microsoft.com/office/drawing/2014/main" id="{D36A473F-4109-0009-E691-90CBA55A7A55}"/>
              </a:ext>
            </a:extLst>
          </p:cNvPr>
          <p:cNvCxnSpPr>
            <a:cxnSpLocks/>
            <a:stCxn id="117" idx="2"/>
            <a:endCxn id="96" idx="6"/>
          </p:cNvCxnSpPr>
          <p:nvPr/>
        </p:nvCxnSpPr>
        <p:spPr>
          <a:xfrm flipH="1">
            <a:off x="4004646" y="9805811"/>
            <a:ext cx="414425" cy="59680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Ellipszis 137">
            <a:extLst>
              <a:ext uri="{FF2B5EF4-FFF2-40B4-BE49-F238E27FC236}">
                <a16:creationId xmlns:a16="http://schemas.microsoft.com/office/drawing/2014/main" id="{84C92443-1E3E-8D56-57A7-80ADCCE51BE9}"/>
              </a:ext>
            </a:extLst>
          </p:cNvPr>
          <p:cNvSpPr/>
          <p:nvPr/>
        </p:nvSpPr>
        <p:spPr>
          <a:xfrm>
            <a:off x="10836490" y="2838321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9" name="Ellipszis 138">
            <a:extLst>
              <a:ext uri="{FF2B5EF4-FFF2-40B4-BE49-F238E27FC236}">
                <a16:creationId xmlns:a16="http://schemas.microsoft.com/office/drawing/2014/main" id="{CC4A9558-1028-8CAD-CEFA-E02ABA33E6EE}"/>
              </a:ext>
            </a:extLst>
          </p:cNvPr>
          <p:cNvSpPr/>
          <p:nvPr/>
        </p:nvSpPr>
        <p:spPr>
          <a:xfrm>
            <a:off x="10836490" y="3053443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0" name="Ellipszis 139">
            <a:extLst>
              <a:ext uri="{FF2B5EF4-FFF2-40B4-BE49-F238E27FC236}">
                <a16:creationId xmlns:a16="http://schemas.microsoft.com/office/drawing/2014/main" id="{BA6F50F0-2690-9352-FAD2-951CDFEFD6CF}"/>
              </a:ext>
            </a:extLst>
          </p:cNvPr>
          <p:cNvSpPr/>
          <p:nvPr/>
        </p:nvSpPr>
        <p:spPr>
          <a:xfrm>
            <a:off x="10836490" y="3307423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1" name="Ellipszis 140">
            <a:extLst>
              <a:ext uri="{FF2B5EF4-FFF2-40B4-BE49-F238E27FC236}">
                <a16:creationId xmlns:a16="http://schemas.microsoft.com/office/drawing/2014/main" id="{149A91C1-C34E-6121-7F7B-88AE0FB84322}"/>
              </a:ext>
            </a:extLst>
          </p:cNvPr>
          <p:cNvSpPr/>
          <p:nvPr/>
        </p:nvSpPr>
        <p:spPr>
          <a:xfrm>
            <a:off x="10836490" y="3591100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Ellipszis 141">
            <a:extLst>
              <a:ext uri="{FF2B5EF4-FFF2-40B4-BE49-F238E27FC236}">
                <a16:creationId xmlns:a16="http://schemas.microsoft.com/office/drawing/2014/main" id="{3A393040-3F73-E249-6F23-02CC712CE24D}"/>
              </a:ext>
            </a:extLst>
          </p:cNvPr>
          <p:cNvSpPr/>
          <p:nvPr/>
        </p:nvSpPr>
        <p:spPr>
          <a:xfrm>
            <a:off x="10836490" y="3808375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3" name="Ellipszis 142">
            <a:extLst>
              <a:ext uri="{FF2B5EF4-FFF2-40B4-BE49-F238E27FC236}">
                <a16:creationId xmlns:a16="http://schemas.microsoft.com/office/drawing/2014/main" id="{89DCE8C4-7875-7756-34BA-133227D425CD}"/>
              </a:ext>
            </a:extLst>
          </p:cNvPr>
          <p:cNvSpPr/>
          <p:nvPr/>
        </p:nvSpPr>
        <p:spPr>
          <a:xfrm>
            <a:off x="10836490" y="4069629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Ellipszis 143">
            <a:extLst>
              <a:ext uri="{FF2B5EF4-FFF2-40B4-BE49-F238E27FC236}">
                <a16:creationId xmlns:a16="http://schemas.microsoft.com/office/drawing/2014/main" id="{7D12C971-C08A-3B41-B32B-63FB7D28634F}"/>
              </a:ext>
            </a:extLst>
          </p:cNvPr>
          <p:cNvSpPr/>
          <p:nvPr/>
        </p:nvSpPr>
        <p:spPr>
          <a:xfrm>
            <a:off x="10836490" y="4330883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Téglalap: egyik sarkán levágva 144">
            <a:extLst>
              <a:ext uri="{FF2B5EF4-FFF2-40B4-BE49-F238E27FC236}">
                <a16:creationId xmlns:a16="http://schemas.microsoft.com/office/drawing/2014/main" id="{EBA80E62-FCFB-4F0D-8240-16D11F55C3C1}"/>
              </a:ext>
            </a:extLst>
          </p:cNvPr>
          <p:cNvSpPr/>
          <p:nvPr/>
        </p:nvSpPr>
        <p:spPr>
          <a:xfrm>
            <a:off x="11592092" y="501411"/>
            <a:ext cx="3714581" cy="390424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japanok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allapot.Accept</a:t>
            </a:r>
            <a:r>
              <a:rPr lang="hu-HU" sz="1200" dirty="0">
                <a:solidFill>
                  <a:srgbClr val="000000"/>
                </a:solidFill>
              </a:rPr>
              <a:t>(j)</a:t>
            </a:r>
          </a:p>
          <a:p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+ </a:t>
            </a:r>
            <a:r>
              <a:rPr lang="hu-HU" sz="1200" dirty="0" err="1">
                <a:solidFill>
                  <a:srgbClr val="000000"/>
                </a:solidFill>
              </a:rPr>
              <a:t>Bevetel</a:t>
            </a:r>
            <a:r>
              <a:rPr lang="hu-HU" sz="1200" dirty="0">
                <a:solidFill>
                  <a:srgbClr val="000000"/>
                </a:solidFill>
              </a:rPr>
              <a:t>(</a:t>
            </a:r>
            <a:r>
              <a:rPr lang="hu-HU" sz="1200" dirty="0" err="1">
                <a:solidFill>
                  <a:srgbClr val="000000"/>
                </a:solidFill>
              </a:rPr>
              <a:t>japanok</a:t>
            </a:r>
            <a:r>
              <a:rPr lang="hu-HU" sz="1200" dirty="0">
                <a:solidFill>
                  <a:srgbClr val="000000"/>
                </a:solidFill>
              </a:rPr>
              <a:t>)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CAA01C1E-9341-EAF9-546B-070F13A76A4A}"/>
              </a:ext>
            </a:extLst>
          </p:cNvPr>
          <p:cNvCxnSpPr>
            <a:cxnSpLocks/>
            <a:stCxn id="145" idx="2"/>
            <a:endCxn id="138" idx="6"/>
          </p:cNvCxnSpPr>
          <p:nvPr/>
        </p:nvCxnSpPr>
        <p:spPr>
          <a:xfrm flipH="1">
            <a:off x="10948328" y="696623"/>
            <a:ext cx="643764" cy="219761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églalap: egyik sarkán levágva 153">
            <a:extLst>
              <a:ext uri="{FF2B5EF4-FFF2-40B4-BE49-F238E27FC236}">
                <a16:creationId xmlns:a16="http://schemas.microsoft.com/office/drawing/2014/main" id="{D3391E06-A649-56B2-00C5-073C75080D82}"/>
              </a:ext>
            </a:extLst>
          </p:cNvPr>
          <p:cNvSpPr/>
          <p:nvPr/>
        </p:nvSpPr>
        <p:spPr>
          <a:xfrm>
            <a:off x="11592093" y="967552"/>
            <a:ext cx="3714581" cy="390424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nyugatiak</a:t>
            </a:r>
            <a:r>
              <a:rPr lang="hu-HU" sz="1200" dirty="0">
                <a:solidFill>
                  <a:srgbClr val="000000"/>
                </a:solidFill>
              </a:rPr>
              <a:t>:= </a:t>
            </a:r>
            <a:r>
              <a:rPr lang="hu-HU" sz="1200" dirty="0" err="1">
                <a:solidFill>
                  <a:srgbClr val="000000"/>
                </a:solidFill>
              </a:rPr>
              <a:t>allapot.Accept</a:t>
            </a:r>
            <a:r>
              <a:rPr lang="hu-HU" sz="1200" dirty="0">
                <a:solidFill>
                  <a:srgbClr val="000000"/>
                </a:solidFill>
              </a:rPr>
              <a:t>(n)</a:t>
            </a:r>
          </a:p>
          <a:p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+ </a:t>
            </a:r>
            <a:r>
              <a:rPr lang="hu-HU" sz="1200" dirty="0" err="1">
                <a:solidFill>
                  <a:srgbClr val="000000"/>
                </a:solidFill>
              </a:rPr>
              <a:t>Bevetel</a:t>
            </a:r>
            <a:r>
              <a:rPr lang="hu-HU" sz="1200" dirty="0">
                <a:solidFill>
                  <a:srgbClr val="000000"/>
                </a:solidFill>
              </a:rPr>
              <a:t>(</a:t>
            </a:r>
            <a:r>
              <a:rPr lang="hu-HU" sz="1200" dirty="0" err="1">
                <a:solidFill>
                  <a:srgbClr val="000000"/>
                </a:solidFill>
              </a:rPr>
              <a:t>nyugatiak</a:t>
            </a:r>
            <a:r>
              <a:rPr lang="hu-HU" sz="1200" dirty="0">
                <a:solidFill>
                  <a:srgbClr val="000000"/>
                </a:solidFill>
              </a:rPr>
              <a:t>)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606D9FDE-A074-89D4-13F2-4D1B5E8DF9EF}"/>
              </a:ext>
            </a:extLst>
          </p:cNvPr>
          <p:cNvCxnSpPr>
            <a:cxnSpLocks/>
            <a:stCxn id="154" idx="2"/>
            <a:endCxn id="139" idx="6"/>
          </p:cNvCxnSpPr>
          <p:nvPr/>
        </p:nvCxnSpPr>
        <p:spPr>
          <a:xfrm flipH="1">
            <a:off x="10948328" y="1162764"/>
            <a:ext cx="643765" cy="194659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Egyenes összekötő 157">
            <a:extLst>
              <a:ext uri="{FF2B5EF4-FFF2-40B4-BE49-F238E27FC236}">
                <a16:creationId xmlns:a16="http://schemas.microsoft.com/office/drawing/2014/main" id="{B8E0AF6B-3D9A-8B29-2DB5-6CCB18C9A643}"/>
              </a:ext>
            </a:extLst>
          </p:cNvPr>
          <p:cNvCxnSpPr>
            <a:cxnSpLocks/>
            <a:stCxn id="159" idx="2"/>
            <a:endCxn id="140" idx="6"/>
          </p:cNvCxnSpPr>
          <p:nvPr/>
        </p:nvCxnSpPr>
        <p:spPr>
          <a:xfrm flipH="1">
            <a:off x="10948328" y="1705588"/>
            <a:ext cx="643765" cy="1657754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églalap: egyik sarkán levágva 158">
            <a:extLst>
              <a:ext uri="{FF2B5EF4-FFF2-40B4-BE49-F238E27FC236}">
                <a16:creationId xmlns:a16="http://schemas.microsoft.com/office/drawing/2014/main" id="{9704C54B-C84E-7316-6C8E-D8FEBFFCA2B1}"/>
              </a:ext>
            </a:extLst>
          </p:cNvPr>
          <p:cNvSpPr/>
          <p:nvPr/>
        </p:nvSpPr>
        <p:spPr>
          <a:xfrm>
            <a:off x="11592093" y="1510376"/>
            <a:ext cx="3714581" cy="390424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>
                <a:solidFill>
                  <a:srgbClr val="000000"/>
                </a:solidFill>
              </a:rPr>
              <a:t>egyebek:= </a:t>
            </a:r>
            <a:r>
              <a:rPr lang="hu-HU" sz="1200" dirty="0" err="1">
                <a:solidFill>
                  <a:srgbClr val="000000"/>
                </a:solidFill>
              </a:rPr>
              <a:t>allapot.Accept</a:t>
            </a:r>
            <a:r>
              <a:rPr lang="hu-HU" sz="1200" dirty="0">
                <a:solidFill>
                  <a:srgbClr val="000000"/>
                </a:solidFill>
              </a:rPr>
              <a:t>(e)</a:t>
            </a:r>
          </a:p>
          <a:p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+ </a:t>
            </a:r>
            <a:r>
              <a:rPr lang="hu-HU" sz="1200" dirty="0" err="1">
                <a:solidFill>
                  <a:srgbClr val="000000"/>
                </a:solidFill>
              </a:rPr>
              <a:t>Bevetel</a:t>
            </a:r>
            <a:r>
              <a:rPr lang="hu-HU" sz="1200" dirty="0">
                <a:solidFill>
                  <a:srgbClr val="000000"/>
                </a:solidFill>
              </a:rPr>
              <a:t>(egyebek)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162" name="Téglalap: egyik sarkán levágva 161">
            <a:extLst>
              <a:ext uri="{FF2B5EF4-FFF2-40B4-BE49-F238E27FC236}">
                <a16:creationId xmlns:a16="http://schemas.microsoft.com/office/drawing/2014/main" id="{AE7CD4F7-05CF-5D10-B358-A8291CCB4CF1}"/>
              </a:ext>
            </a:extLst>
          </p:cNvPr>
          <p:cNvSpPr/>
          <p:nvPr/>
        </p:nvSpPr>
        <p:spPr>
          <a:xfrm>
            <a:off x="11592093" y="2012910"/>
            <a:ext cx="3714581" cy="390424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>
                <a:solidFill>
                  <a:srgbClr val="000000"/>
                </a:solidFill>
              </a:rPr>
              <a:t>allapot := </a:t>
            </a:r>
            <a:r>
              <a:rPr lang="hu-HU" sz="1200" dirty="0" err="1">
                <a:solidFill>
                  <a:srgbClr val="000000"/>
                </a:solidFill>
              </a:rPr>
              <a:t>allapot.Rontas</a:t>
            </a:r>
            <a:r>
              <a:rPr lang="hu-HU" sz="1200" dirty="0">
                <a:solidFill>
                  <a:srgbClr val="000000"/>
                </a:solidFill>
              </a:rPr>
              <a:t>(</a:t>
            </a:r>
            <a:r>
              <a:rPr lang="hu-HU" sz="1200" dirty="0" err="1">
                <a:solidFill>
                  <a:srgbClr val="000000"/>
                </a:solidFill>
              </a:rPr>
              <a:t>nyugatiak,egyebek</a:t>
            </a:r>
            <a:r>
              <a:rPr lang="hu-HU" sz="1200" dirty="0">
                <a:solidFill>
                  <a:srgbClr val="000000"/>
                </a:solidFill>
              </a:rPr>
              <a:t>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this</a:t>
            </a:r>
            <a:r>
              <a:rPr lang="hu-HU" sz="1200" dirty="0" err="1">
                <a:solidFill>
                  <a:srgbClr val="000000"/>
                </a:solidFill>
              </a:rPr>
              <a:t>.Javitas</a:t>
            </a:r>
            <a:r>
              <a:rPr lang="hu-HU" sz="1200" dirty="0">
                <a:solidFill>
                  <a:srgbClr val="000000"/>
                </a:solidFill>
              </a:rPr>
              <a:t>()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1AA9FD9D-560A-204D-41E0-4ECDD9772BE2}"/>
              </a:ext>
            </a:extLst>
          </p:cNvPr>
          <p:cNvCxnSpPr>
            <a:cxnSpLocks/>
            <a:stCxn id="162" idx="2"/>
            <a:endCxn id="141" idx="6"/>
          </p:cNvCxnSpPr>
          <p:nvPr/>
        </p:nvCxnSpPr>
        <p:spPr>
          <a:xfrm flipH="1">
            <a:off x="10948328" y="2208122"/>
            <a:ext cx="643765" cy="143889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églalap: egyik sarkán levágva 165">
            <a:extLst>
              <a:ext uri="{FF2B5EF4-FFF2-40B4-BE49-F238E27FC236}">
                <a16:creationId xmlns:a16="http://schemas.microsoft.com/office/drawing/2014/main" id="{17B22BB5-61F4-80E0-8E80-011D69351229}"/>
              </a:ext>
            </a:extLst>
          </p:cNvPr>
          <p:cNvSpPr/>
          <p:nvPr/>
        </p:nvSpPr>
        <p:spPr>
          <a:xfrm>
            <a:off x="11592093" y="2515444"/>
            <a:ext cx="3714581" cy="390424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letszam</a:t>
            </a:r>
            <a:r>
              <a:rPr lang="hu-HU" sz="1200" dirty="0">
                <a:solidFill>
                  <a:srgbClr val="000000"/>
                </a:solidFill>
              </a:rPr>
              <a:t> * 100000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67" name="Egyenes összekötő 166">
            <a:extLst>
              <a:ext uri="{FF2B5EF4-FFF2-40B4-BE49-F238E27FC236}">
                <a16:creationId xmlns:a16="http://schemas.microsoft.com/office/drawing/2014/main" id="{06BCD326-10CF-C2F1-6B26-401700AD54D0}"/>
              </a:ext>
            </a:extLst>
          </p:cNvPr>
          <p:cNvCxnSpPr>
            <a:cxnSpLocks/>
            <a:stCxn id="166" idx="2"/>
            <a:endCxn id="142" idx="6"/>
          </p:cNvCxnSpPr>
          <p:nvPr/>
        </p:nvCxnSpPr>
        <p:spPr>
          <a:xfrm flipH="1">
            <a:off x="10948328" y="2710656"/>
            <a:ext cx="643765" cy="115363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églalap: egyik sarkán levágva 170">
            <a:extLst>
              <a:ext uri="{FF2B5EF4-FFF2-40B4-BE49-F238E27FC236}">
                <a16:creationId xmlns:a16="http://schemas.microsoft.com/office/drawing/2014/main" id="{CB3837D2-4D7D-6500-9FE0-BB03F058D59B}"/>
              </a:ext>
            </a:extLst>
          </p:cNvPr>
          <p:cNvSpPr/>
          <p:nvPr/>
        </p:nvSpPr>
        <p:spPr>
          <a:xfrm>
            <a:off x="11599658" y="3061247"/>
            <a:ext cx="3776867" cy="42506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b="1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&gt; 20000000000 </a:t>
            </a:r>
            <a:r>
              <a:rPr lang="hu-HU" sz="1200" b="1" dirty="0" err="1">
                <a:solidFill>
                  <a:srgbClr val="000000"/>
                </a:solidFill>
              </a:rPr>
              <a:t>then</a:t>
            </a:r>
            <a:r>
              <a:rPr lang="hu-HU" sz="1200" b="1" dirty="0">
                <a:solidFill>
                  <a:srgbClr val="000000"/>
                </a:solidFill>
              </a:rPr>
              <a:t> </a:t>
            </a:r>
          </a:p>
          <a:p>
            <a:r>
              <a:rPr lang="fi-FI" sz="1200" dirty="0">
                <a:solidFill>
                  <a:srgbClr val="000000"/>
                </a:solidFill>
              </a:rPr>
              <a:t>allapot = allapot.Javitas(jovedelem - 20000000000)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72" name="Egyenes összekötő 171">
            <a:extLst>
              <a:ext uri="{FF2B5EF4-FFF2-40B4-BE49-F238E27FC236}">
                <a16:creationId xmlns:a16="http://schemas.microsoft.com/office/drawing/2014/main" id="{04633561-906F-670D-B469-692F2B19EBE9}"/>
              </a:ext>
            </a:extLst>
          </p:cNvPr>
          <p:cNvCxnSpPr>
            <a:cxnSpLocks/>
            <a:stCxn id="171" idx="2"/>
            <a:endCxn id="143" idx="6"/>
          </p:cNvCxnSpPr>
          <p:nvPr/>
        </p:nvCxnSpPr>
        <p:spPr>
          <a:xfrm flipH="1">
            <a:off x="10948328" y="3273782"/>
            <a:ext cx="651330" cy="851766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églalap: egyik sarkán levágva 174">
            <a:extLst>
              <a:ext uri="{FF2B5EF4-FFF2-40B4-BE49-F238E27FC236}">
                <a16:creationId xmlns:a16="http://schemas.microsoft.com/office/drawing/2014/main" id="{300EE5D0-99F7-1C4D-B031-092687B7D343}"/>
              </a:ext>
            </a:extLst>
          </p:cNvPr>
          <p:cNvSpPr/>
          <p:nvPr/>
        </p:nvSpPr>
        <p:spPr>
          <a:xfrm>
            <a:off x="11599658" y="3633116"/>
            <a:ext cx="3714581" cy="390424"/>
          </a:xfrm>
          <a:prstGeom prst="snip1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allapotok.IndexOf</a:t>
            </a:r>
            <a:r>
              <a:rPr lang="hu-HU" sz="1200" dirty="0">
                <a:solidFill>
                  <a:srgbClr val="000000"/>
                </a:solidFill>
              </a:rPr>
              <a:t>(</a:t>
            </a:r>
            <a:r>
              <a:rPr lang="hu-HU" sz="1200" dirty="0" err="1">
                <a:solidFill>
                  <a:srgbClr val="000000"/>
                </a:solidFill>
              </a:rPr>
              <a:t>allapotok.Max</a:t>
            </a:r>
            <a:r>
              <a:rPr lang="hu-HU" sz="1200" dirty="0">
                <a:solidFill>
                  <a:srgbClr val="000000"/>
                </a:solidFill>
              </a:rPr>
              <a:t>()) + 1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77" name="Egyenes összekötő 176">
            <a:extLst>
              <a:ext uri="{FF2B5EF4-FFF2-40B4-BE49-F238E27FC236}">
                <a16:creationId xmlns:a16="http://schemas.microsoft.com/office/drawing/2014/main" id="{43F65294-660E-0348-D631-9A6031A998F6}"/>
              </a:ext>
            </a:extLst>
          </p:cNvPr>
          <p:cNvCxnSpPr>
            <a:cxnSpLocks/>
            <a:stCxn id="175" idx="2"/>
            <a:endCxn id="144" idx="6"/>
          </p:cNvCxnSpPr>
          <p:nvPr/>
        </p:nvCxnSpPr>
        <p:spPr>
          <a:xfrm flipH="1">
            <a:off x="10948328" y="3828328"/>
            <a:ext cx="651330" cy="558474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Ellipszis 181">
            <a:extLst>
              <a:ext uri="{FF2B5EF4-FFF2-40B4-BE49-F238E27FC236}">
                <a16:creationId xmlns:a16="http://schemas.microsoft.com/office/drawing/2014/main" id="{8045D87F-7C75-2C63-21AE-FC3C40CCFA84}"/>
              </a:ext>
            </a:extLst>
          </p:cNvPr>
          <p:cNvSpPr/>
          <p:nvPr/>
        </p:nvSpPr>
        <p:spPr>
          <a:xfrm>
            <a:off x="10832753" y="4592137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: egyik sarkán levágva 182">
            <a:extLst>
              <a:ext uri="{FF2B5EF4-FFF2-40B4-BE49-F238E27FC236}">
                <a16:creationId xmlns:a16="http://schemas.microsoft.com/office/drawing/2014/main" id="{E3E4F7ED-811F-06B0-1DE9-7189EE648519}"/>
              </a:ext>
            </a:extLst>
          </p:cNvPr>
          <p:cNvSpPr/>
          <p:nvPr/>
        </p:nvSpPr>
        <p:spPr>
          <a:xfrm>
            <a:off x="11599657" y="4109213"/>
            <a:ext cx="3714581" cy="46071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allapotok.Add</a:t>
            </a:r>
            <a:r>
              <a:rPr lang="hu-HU" sz="1200" dirty="0">
                <a:solidFill>
                  <a:srgbClr val="000000"/>
                </a:solidFill>
              </a:rPr>
              <a:t>(</a:t>
            </a:r>
            <a:r>
              <a:rPr lang="hu-HU" sz="1200" dirty="0" err="1">
                <a:solidFill>
                  <a:srgbClr val="000000"/>
                </a:solidFill>
              </a:rPr>
              <a:t>allapot.getAllapot</a:t>
            </a:r>
            <a:r>
              <a:rPr lang="hu-HU" sz="1200" dirty="0">
                <a:solidFill>
                  <a:srgbClr val="000000"/>
                </a:solidFill>
              </a:rPr>
              <a:t>())</a:t>
            </a:r>
          </a:p>
          <a:p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= 0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84" name="Egyenes összekötő 183">
            <a:extLst>
              <a:ext uri="{FF2B5EF4-FFF2-40B4-BE49-F238E27FC236}">
                <a16:creationId xmlns:a16="http://schemas.microsoft.com/office/drawing/2014/main" id="{659D3B1F-8D65-C916-B2C8-3386F3869DE1}"/>
              </a:ext>
            </a:extLst>
          </p:cNvPr>
          <p:cNvCxnSpPr>
            <a:cxnSpLocks/>
            <a:stCxn id="183" idx="2"/>
            <a:endCxn id="182" idx="6"/>
          </p:cNvCxnSpPr>
          <p:nvPr/>
        </p:nvCxnSpPr>
        <p:spPr>
          <a:xfrm flipH="1">
            <a:off x="10944591" y="4339570"/>
            <a:ext cx="655066" cy="308486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Téglalap: egyik sarkán levágva 206">
            <a:extLst>
              <a:ext uri="{FF2B5EF4-FFF2-40B4-BE49-F238E27FC236}">
                <a16:creationId xmlns:a16="http://schemas.microsoft.com/office/drawing/2014/main" id="{16278DA7-338C-4633-986B-1F5F0B8FF506}"/>
              </a:ext>
            </a:extLst>
          </p:cNvPr>
          <p:cNvSpPr/>
          <p:nvPr/>
        </p:nvSpPr>
        <p:spPr>
          <a:xfrm>
            <a:off x="4480584" y="10229581"/>
            <a:ext cx="1530898" cy="25694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"Lepusztult"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08" name="Téglalap: egyik sarkán levágva 207">
            <a:extLst>
              <a:ext uri="{FF2B5EF4-FFF2-40B4-BE49-F238E27FC236}">
                <a16:creationId xmlns:a16="http://schemas.microsoft.com/office/drawing/2014/main" id="{A2501627-05DD-7335-2CAC-B7AEC4E76768}"/>
              </a:ext>
            </a:extLst>
          </p:cNvPr>
          <p:cNvSpPr/>
          <p:nvPr/>
        </p:nvSpPr>
        <p:spPr>
          <a:xfrm>
            <a:off x="821441" y="11538089"/>
            <a:ext cx="2953012" cy="68614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>
                <a:solidFill>
                  <a:srgbClr val="000000"/>
                </a:solidFill>
              </a:rPr>
              <a:t>allapot := MAX(1,allapot - n / 100 - e / 50)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else</a:t>
            </a:r>
            <a:r>
              <a:rPr lang="hu-HU" sz="1200" dirty="0">
                <a:solidFill>
                  <a:srgbClr val="000000"/>
                </a:solidFill>
              </a:rPr>
              <a:t> allapot := allapot - e / 50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this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09" name="Téglalap: egyik sarkán levágva 208">
            <a:extLst>
              <a:ext uri="{FF2B5EF4-FFF2-40B4-BE49-F238E27FC236}">
                <a16:creationId xmlns:a16="http://schemas.microsoft.com/office/drawing/2014/main" id="{86D1FA1A-927D-84BA-448A-F3FE073CF13D}"/>
              </a:ext>
            </a:extLst>
          </p:cNvPr>
          <p:cNvSpPr/>
          <p:nvPr/>
        </p:nvSpPr>
        <p:spPr>
          <a:xfrm>
            <a:off x="4328559" y="10762916"/>
            <a:ext cx="2994445" cy="1378451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1200" dirty="0">
                <a:solidFill>
                  <a:srgbClr val="000000"/>
                </a:solidFill>
              </a:rPr>
              <a:t>allapot </a:t>
            </a:r>
            <a:r>
              <a:rPr lang="hu-HU" sz="1200" dirty="0">
                <a:solidFill>
                  <a:srgbClr val="000000"/>
                </a:solidFill>
              </a:rPr>
              <a:t>:</a:t>
            </a:r>
            <a:r>
              <a:rPr lang="sv-SE" sz="1200" dirty="0">
                <a:solidFill>
                  <a:srgbClr val="000000"/>
                </a:solidFill>
              </a:rPr>
              <a:t>= M</a:t>
            </a:r>
            <a:r>
              <a:rPr lang="hu-HU" sz="1200" dirty="0">
                <a:solidFill>
                  <a:srgbClr val="000000"/>
                </a:solidFill>
              </a:rPr>
              <a:t>IN</a:t>
            </a:r>
            <a:r>
              <a:rPr lang="sv-SE" sz="1200" dirty="0">
                <a:solidFill>
                  <a:srgbClr val="000000"/>
                </a:solidFill>
              </a:rPr>
              <a:t>(100, allapot + (extrapenz / 50000000))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allapot &gt; 66 </a:t>
            </a:r>
            <a:r>
              <a:rPr lang="hu-HU" sz="1200" dirty="0" err="1">
                <a:solidFill>
                  <a:srgbClr val="000000"/>
                </a:solidFill>
              </a:rPr>
              <a:t>then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Jo</a:t>
            </a:r>
            <a:r>
              <a:rPr lang="hu-HU" sz="1200" dirty="0">
                <a:solidFill>
                  <a:srgbClr val="000000"/>
                </a:solidFill>
              </a:rPr>
              <a:t>(allapot)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allapot &gt; 33 </a:t>
            </a:r>
            <a:r>
              <a:rPr lang="hu-HU" sz="1200" b="1" dirty="0" err="1">
                <a:solidFill>
                  <a:srgbClr val="000000"/>
                </a:solidFill>
              </a:rPr>
              <a:t>then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Atlagos</a:t>
            </a:r>
            <a:r>
              <a:rPr lang="hu-HU" sz="1200" dirty="0">
                <a:solidFill>
                  <a:srgbClr val="000000"/>
                </a:solidFill>
              </a:rPr>
              <a:t>(allapot)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else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this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210" name="Egyenes összekötő 209">
            <a:extLst>
              <a:ext uri="{FF2B5EF4-FFF2-40B4-BE49-F238E27FC236}">
                <a16:creationId xmlns:a16="http://schemas.microsoft.com/office/drawing/2014/main" id="{6A8D2285-CA45-354E-3E01-2A93500269A0}"/>
              </a:ext>
            </a:extLst>
          </p:cNvPr>
          <p:cNvCxnSpPr>
            <a:cxnSpLocks/>
            <a:stCxn id="207" idx="2"/>
            <a:endCxn id="97" idx="6"/>
          </p:cNvCxnSpPr>
          <p:nvPr/>
        </p:nvCxnSpPr>
        <p:spPr>
          <a:xfrm flipH="1">
            <a:off x="4004646" y="10358056"/>
            <a:ext cx="475938" cy="32823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Egyenes összekötő 212">
            <a:extLst>
              <a:ext uri="{FF2B5EF4-FFF2-40B4-BE49-F238E27FC236}">
                <a16:creationId xmlns:a16="http://schemas.microsoft.com/office/drawing/2014/main" id="{81EEE7C1-2E57-283B-1778-5B0B765C5DD9}"/>
              </a:ext>
            </a:extLst>
          </p:cNvPr>
          <p:cNvCxnSpPr>
            <a:cxnSpLocks/>
            <a:stCxn id="208" idx="3"/>
            <a:endCxn id="98" idx="4"/>
          </p:cNvCxnSpPr>
          <p:nvPr/>
        </p:nvCxnSpPr>
        <p:spPr>
          <a:xfrm flipV="1">
            <a:off x="2297947" y="10959487"/>
            <a:ext cx="1650780" cy="57860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Egyenes összekötő 215">
            <a:extLst>
              <a:ext uri="{FF2B5EF4-FFF2-40B4-BE49-F238E27FC236}">
                <a16:creationId xmlns:a16="http://schemas.microsoft.com/office/drawing/2014/main" id="{18A37101-C1B3-A5C3-D485-28EA62679E9C}"/>
              </a:ext>
            </a:extLst>
          </p:cNvPr>
          <p:cNvCxnSpPr>
            <a:cxnSpLocks/>
            <a:stCxn id="209" idx="2"/>
            <a:endCxn id="99" idx="6"/>
          </p:cNvCxnSpPr>
          <p:nvPr/>
        </p:nvCxnSpPr>
        <p:spPr>
          <a:xfrm flipH="1" flipV="1">
            <a:off x="4004646" y="11164822"/>
            <a:ext cx="323913" cy="28732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églalap: egyik sarkán levágva 247">
            <a:extLst>
              <a:ext uri="{FF2B5EF4-FFF2-40B4-BE49-F238E27FC236}">
                <a16:creationId xmlns:a16="http://schemas.microsoft.com/office/drawing/2014/main" id="{ADCF7CC1-DFC7-8BEC-83F8-70DF87BDCF40}"/>
              </a:ext>
            </a:extLst>
          </p:cNvPr>
          <p:cNvSpPr/>
          <p:nvPr/>
        </p:nvSpPr>
        <p:spPr>
          <a:xfrm>
            <a:off x="11143230" y="8534184"/>
            <a:ext cx="1685692" cy="44462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j.letszam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49" name="Ellipszis 248">
            <a:extLst>
              <a:ext uri="{FF2B5EF4-FFF2-40B4-BE49-F238E27FC236}">
                <a16:creationId xmlns:a16="http://schemas.microsoft.com/office/drawing/2014/main" id="{FF5095F5-6962-D10C-EF4F-5BD7341B4E0E}"/>
              </a:ext>
            </a:extLst>
          </p:cNvPr>
          <p:cNvSpPr/>
          <p:nvPr/>
        </p:nvSpPr>
        <p:spPr>
          <a:xfrm>
            <a:off x="10616968" y="9868197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50" name="Egyenes összekötő 249">
            <a:extLst>
              <a:ext uri="{FF2B5EF4-FFF2-40B4-BE49-F238E27FC236}">
                <a16:creationId xmlns:a16="http://schemas.microsoft.com/office/drawing/2014/main" id="{B848FA27-B216-51BC-DFC4-1552C3753193}"/>
              </a:ext>
            </a:extLst>
          </p:cNvPr>
          <p:cNvCxnSpPr>
            <a:cxnSpLocks/>
            <a:stCxn id="248" idx="2"/>
            <a:endCxn id="249" idx="6"/>
          </p:cNvCxnSpPr>
          <p:nvPr/>
        </p:nvCxnSpPr>
        <p:spPr>
          <a:xfrm flipH="1">
            <a:off x="10728806" y="8756499"/>
            <a:ext cx="414424" cy="116761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Ellipszis 250">
            <a:extLst>
              <a:ext uri="{FF2B5EF4-FFF2-40B4-BE49-F238E27FC236}">
                <a16:creationId xmlns:a16="http://schemas.microsoft.com/office/drawing/2014/main" id="{6CA06CBD-3DA1-22D3-A76D-87D830CB03F7}"/>
              </a:ext>
            </a:extLst>
          </p:cNvPr>
          <p:cNvSpPr/>
          <p:nvPr/>
        </p:nvSpPr>
        <p:spPr>
          <a:xfrm>
            <a:off x="10616968" y="10083319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2" name="Ellipszis 251">
            <a:extLst>
              <a:ext uri="{FF2B5EF4-FFF2-40B4-BE49-F238E27FC236}">
                <a16:creationId xmlns:a16="http://schemas.microsoft.com/office/drawing/2014/main" id="{54CCCA15-88E2-0414-377A-8227CB377379}"/>
              </a:ext>
            </a:extLst>
          </p:cNvPr>
          <p:cNvSpPr/>
          <p:nvPr/>
        </p:nvSpPr>
        <p:spPr>
          <a:xfrm>
            <a:off x="10616968" y="10337299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3" name="Ellipszis 252">
            <a:extLst>
              <a:ext uri="{FF2B5EF4-FFF2-40B4-BE49-F238E27FC236}">
                <a16:creationId xmlns:a16="http://schemas.microsoft.com/office/drawing/2014/main" id="{14B924EF-03AE-0C60-A7EE-47FE629032DF}"/>
              </a:ext>
            </a:extLst>
          </p:cNvPr>
          <p:cNvSpPr/>
          <p:nvPr/>
        </p:nvSpPr>
        <p:spPr>
          <a:xfrm>
            <a:off x="10616968" y="10620976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>
            <a:extLst>
              <a:ext uri="{FF2B5EF4-FFF2-40B4-BE49-F238E27FC236}">
                <a16:creationId xmlns:a16="http://schemas.microsoft.com/office/drawing/2014/main" id="{8801830A-210D-0C84-38ED-05D07BD2139F}"/>
              </a:ext>
            </a:extLst>
          </p:cNvPr>
          <p:cNvSpPr/>
          <p:nvPr/>
        </p:nvSpPr>
        <p:spPr>
          <a:xfrm>
            <a:off x="10616968" y="10838251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5" name="Ellipszis 254">
            <a:extLst>
              <a:ext uri="{FF2B5EF4-FFF2-40B4-BE49-F238E27FC236}">
                <a16:creationId xmlns:a16="http://schemas.microsoft.com/office/drawing/2014/main" id="{686822D5-5663-603E-1A14-2C9B981A0781}"/>
              </a:ext>
            </a:extLst>
          </p:cNvPr>
          <p:cNvSpPr/>
          <p:nvPr/>
        </p:nvSpPr>
        <p:spPr>
          <a:xfrm>
            <a:off x="10616968" y="11099505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6" name="Téglalap: egyik sarkán levágva 255">
            <a:extLst>
              <a:ext uri="{FF2B5EF4-FFF2-40B4-BE49-F238E27FC236}">
                <a16:creationId xmlns:a16="http://schemas.microsoft.com/office/drawing/2014/main" id="{BAC0BE99-4E99-1EC3-D6A7-18ADA525F567}"/>
              </a:ext>
            </a:extLst>
          </p:cNvPr>
          <p:cNvSpPr/>
          <p:nvPr/>
        </p:nvSpPr>
        <p:spPr>
          <a:xfrm>
            <a:off x="11147223" y="9058079"/>
            <a:ext cx="1920833" cy="626324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n.letszam</a:t>
            </a:r>
            <a:r>
              <a:rPr lang="hu-HU" sz="1200" dirty="0">
                <a:solidFill>
                  <a:srgbClr val="000000"/>
                </a:solidFill>
              </a:rPr>
              <a:t> + (</a:t>
            </a:r>
            <a:r>
              <a:rPr lang="hu-HU" sz="1200" dirty="0" err="1">
                <a:solidFill>
                  <a:srgbClr val="000000"/>
                </a:solidFill>
              </a:rPr>
              <a:t>n.letszam</a:t>
            </a:r>
            <a:r>
              <a:rPr lang="hu-HU" sz="1200" dirty="0">
                <a:solidFill>
                  <a:srgbClr val="000000"/>
                </a:solidFill>
              </a:rPr>
              <a:t> / 10)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257" name="Egyenes összekötő 256">
            <a:extLst>
              <a:ext uri="{FF2B5EF4-FFF2-40B4-BE49-F238E27FC236}">
                <a16:creationId xmlns:a16="http://schemas.microsoft.com/office/drawing/2014/main" id="{F5205658-C862-57F5-7E64-36AA5F93AA0A}"/>
              </a:ext>
            </a:extLst>
          </p:cNvPr>
          <p:cNvCxnSpPr>
            <a:cxnSpLocks/>
            <a:stCxn id="256" idx="2"/>
            <a:endCxn id="251" idx="6"/>
          </p:cNvCxnSpPr>
          <p:nvPr/>
        </p:nvCxnSpPr>
        <p:spPr>
          <a:xfrm flipH="1">
            <a:off x="10728806" y="9371241"/>
            <a:ext cx="418417" cy="76799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églalap: egyik sarkán levágva 257">
            <a:extLst>
              <a:ext uri="{FF2B5EF4-FFF2-40B4-BE49-F238E27FC236}">
                <a16:creationId xmlns:a16="http://schemas.microsoft.com/office/drawing/2014/main" id="{3E8941F8-38EA-2F71-6A15-99831AC484CE}"/>
              </a:ext>
            </a:extLst>
          </p:cNvPr>
          <p:cNvSpPr/>
          <p:nvPr/>
        </p:nvSpPr>
        <p:spPr>
          <a:xfrm>
            <a:off x="11157821" y="9743386"/>
            <a:ext cx="1920833" cy="623477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e.letszam</a:t>
            </a:r>
            <a:r>
              <a:rPr lang="hu-HU" sz="1200" dirty="0">
                <a:solidFill>
                  <a:srgbClr val="000000"/>
                </a:solidFill>
              </a:rPr>
              <a:t> + (</a:t>
            </a:r>
            <a:r>
              <a:rPr lang="hu-HU" sz="1200" dirty="0" err="1">
                <a:solidFill>
                  <a:srgbClr val="000000"/>
                </a:solidFill>
              </a:rPr>
              <a:t>e.letszam</a:t>
            </a:r>
            <a:r>
              <a:rPr lang="hu-HU" sz="1200" dirty="0">
                <a:solidFill>
                  <a:srgbClr val="000000"/>
                </a:solidFill>
              </a:rPr>
              <a:t> / 10)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259" name="Egyenes összekötő 258">
            <a:extLst>
              <a:ext uri="{FF2B5EF4-FFF2-40B4-BE49-F238E27FC236}">
                <a16:creationId xmlns:a16="http://schemas.microsoft.com/office/drawing/2014/main" id="{BDD21871-1B79-1E81-241E-C6738767B0CA}"/>
              </a:ext>
            </a:extLst>
          </p:cNvPr>
          <p:cNvCxnSpPr>
            <a:cxnSpLocks/>
            <a:stCxn id="258" idx="2"/>
            <a:endCxn id="252" idx="6"/>
          </p:cNvCxnSpPr>
          <p:nvPr/>
        </p:nvCxnSpPr>
        <p:spPr>
          <a:xfrm flipH="1">
            <a:off x="10728806" y="10055125"/>
            <a:ext cx="429015" cy="33809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églalap: egyik sarkán levágva 259">
            <a:extLst>
              <a:ext uri="{FF2B5EF4-FFF2-40B4-BE49-F238E27FC236}">
                <a16:creationId xmlns:a16="http://schemas.microsoft.com/office/drawing/2014/main" id="{B25B3E31-7CB8-E1AA-7FBD-37D450520C35}"/>
              </a:ext>
            </a:extLst>
          </p:cNvPr>
          <p:cNvSpPr/>
          <p:nvPr/>
        </p:nvSpPr>
        <p:spPr>
          <a:xfrm>
            <a:off x="11162887" y="10440240"/>
            <a:ext cx="1530898" cy="25694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„Átlagos"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61" name="Téglalap: egyik sarkán levágva 260">
            <a:extLst>
              <a:ext uri="{FF2B5EF4-FFF2-40B4-BE49-F238E27FC236}">
                <a16:creationId xmlns:a16="http://schemas.microsoft.com/office/drawing/2014/main" id="{C08AA4C0-CB5D-26A8-4293-35F347C13624}"/>
              </a:ext>
            </a:extLst>
          </p:cNvPr>
          <p:cNvSpPr/>
          <p:nvPr/>
        </p:nvSpPr>
        <p:spPr>
          <a:xfrm>
            <a:off x="11059404" y="11376731"/>
            <a:ext cx="3031961" cy="988407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>
                <a:solidFill>
                  <a:srgbClr val="000000"/>
                </a:solidFill>
              </a:rPr>
              <a:t>allapot := MAX(1,allapot - n / 100 - e / 50)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allapot &lt; 34 </a:t>
            </a:r>
            <a:r>
              <a:rPr lang="hu-HU" sz="1200" b="1" dirty="0" err="1">
                <a:solidFill>
                  <a:srgbClr val="000000"/>
                </a:solidFill>
              </a:rPr>
              <a:t>then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Lepusztult(allapot);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else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this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62" name="Téglalap: egyik sarkán levágva 261">
            <a:extLst>
              <a:ext uri="{FF2B5EF4-FFF2-40B4-BE49-F238E27FC236}">
                <a16:creationId xmlns:a16="http://schemas.microsoft.com/office/drawing/2014/main" id="{A7E1A22D-B541-5F44-0D2A-00A94B05B88F}"/>
              </a:ext>
            </a:extLst>
          </p:cNvPr>
          <p:cNvSpPr/>
          <p:nvPr/>
        </p:nvSpPr>
        <p:spPr>
          <a:xfrm>
            <a:off x="7723634" y="11685073"/>
            <a:ext cx="3031961" cy="834276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1200" dirty="0">
                <a:solidFill>
                  <a:srgbClr val="000000"/>
                </a:solidFill>
              </a:rPr>
              <a:t>allapot </a:t>
            </a:r>
            <a:r>
              <a:rPr lang="hu-HU" sz="1200" dirty="0">
                <a:solidFill>
                  <a:srgbClr val="000000"/>
                </a:solidFill>
              </a:rPr>
              <a:t>:</a:t>
            </a:r>
            <a:r>
              <a:rPr lang="sv-SE" sz="1200" dirty="0">
                <a:solidFill>
                  <a:srgbClr val="000000"/>
                </a:solidFill>
              </a:rPr>
              <a:t>= M</a:t>
            </a:r>
            <a:r>
              <a:rPr lang="hu-HU" sz="1200" dirty="0">
                <a:solidFill>
                  <a:srgbClr val="000000"/>
                </a:solidFill>
              </a:rPr>
              <a:t>IN</a:t>
            </a:r>
            <a:r>
              <a:rPr lang="sv-SE" sz="1200" dirty="0">
                <a:solidFill>
                  <a:srgbClr val="000000"/>
                </a:solidFill>
              </a:rPr>
              <a:t>(100, allapot + (extrapenz / 50000000))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allapot &gt; 66 </a:t>
            </a:r>
            <a:r>
              <a:rPr lang="hu-HU" sz="1200" dirty="0" err="1">
                <a:solidFill>
                  <a:srgbClr val="000000"/>
                </a:solidFill>
              </a:rPr>
              <a:t>then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Jo</a:t>
            </a:r>
            <a:r>
              <a:rPr lang="hu-HU" sz="1200" dirty="0">
                <a:solidFill>
                  <a:srgbClr val="000000"/>
                </a:solidFill>
              </a:rPr>
              <a:t>(allapot) 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else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this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263" name="Egyenes összekötő 262">
            <a:extLst>
              <a:ext uri="{FF2B5EF4-FFF2-40B4-BE49-F238E27FC236}">
                <a16:creationId xmlns:a16="http://schemas.microsoft.com/office/drawing/2014/main" id="{8DDFFCB1-96B7-BD09-923A-CEAC1A969B4C}"/>
              </a:ext>
            </a:extLst>
          </p:cNvPr>
          <p:cNvCxnSpPr>
            <a:cxnSpLocks/>
            <a:stCxn id="260" idx="2"/>
            <a:endCxn id="253" idx="6"/>
          </p:cNvCxnSpPr>
          <p:nvPr/>
        </p:nvCxnSpPr>
        <p:spPr>
          <a:xfrm flipH="1">
            <a:off x="10728806" y="10568715"/>
            <a:ext cx="434081" cy="10818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Egyenes összekötő 263">
            <a:extLst>
              <a:ext uri="{FF2B5EF4-FFF2-40B4-BE49-F238E27FC236}">
                <a16:creationId xmlns:a16="http://schemas.microsoft.com/office/drawing/2014/main" id="{13C2BC36-67DA-CC24-A018-C1978B2A7272}"/>
              </a:ext>
            </a:extLst>
          </p:cNvPr>
          <p:cNvCxnSpPr>
            <a:cxnSpLocks/>
            <a:stCxn id="261" idx="2"/>
            <a:endCxn id="254" idx="4"/>
          </p:cNvCxnSpPr>
          <p:nvPr/>
        </p:nvCxnSpPr>
        <p:spPr>
          <a:xfrm flipH="1" flipV="1">
            <a:off x="10672887" y="10950089"/>
            <a:ext cx="386517" cy="920846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Egyenes összekötő 264">
            <a:extLst>
              <a:ext uri="{FF2B5EF4-FFF2-40B4-BE49-F238E27FC236}">
                <a16:creationId xmlns:a16="http://schemas.microsoft.com/office/drawing/2014/main" id="{48C5D62E-DC1C-DCFA-2635-680B2EA743F4}"/>
              </a:ext>
            </a:extLst>
          </p:cNvPr>
          <p:cNvCxnSpPr>
            <a:cxnSpLocks/>
            <a:stCxn id="262" idx="0"/>
            <a:endCxn id="255" idx="6"/>
          </p:cNvCxnSpPr>
          <p:nvPr/>
        </p:nvCxnSpPr>
        <p:spPr>
          <a:xfrm flipH="1" flipV="1">
            <a:off x="10728806" y="11155424"/>
            <a:ext cx="26789" cy="94678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Szövegdoboz 266">
            <a:extLst>
              <a:ext uri="{FF2B5EF4-FFF2-40B4-BE49-F238E27FC236}">
                <a16:creationId xmlns:a16="http://schemas.microsoft.com/office/drawing/2014/main" id="{66B8F853-94F6-712E-E546-B70E5F226F9D}"/>
              </a:ext>
            </a:extLst>
          </p:cNvPr>
          <p:cNvSpPr txBox="1"/>
          <p:nvPr/>
        </p:nvSpPr>
        <p:spPr>
          <a:xfrm>
            <a:off x="9117238" y="5095584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+allapot</a:t>
            </a:r>
          </a:p>
        </p:txBody>
      </p:sp>
      <p:sp>
        <p:nvSpPr>
          <p:cNvPr id="269" name="Téglalap: egyik sarkán levágva 268">
            <a:extLst>
              <a:ext uri="{FF2B5EF4-FFF2-40B4-BE49-F238E27FC236}">
                <a16:creationId xmlns:a16="http://schemas.microsoft.com/office/drawing/2014/main" id="{033394A9-A6BA-0CA3-9D39-F3628456AD39}"/>
              </a:ext>
            </a:extLst>
          </p:cNvPr>
          <p:cNvSpPr/>
          <p:nvPr/>
        </p:nvSpPr>
        <p:spPr>
          <a:xfrm>
            <a:off x="16931200" y="8534184"/>
            <a:ext cx="2671249" cy="44462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pl-PL" sz="1200" dirty="0">
                <a:solidFill>
                  <a:srgbClr val="000000"/>
                </a:solidFill>
              </a:rPr>
              <a:t>j.letszam + (j.letszam / 5)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70" name="Ellipszis 269">
            <a:extLst>
              <a:ext uri="{FF2B5EF4-FFF2-40B4-BE49-F238E27FC236}">
                <a16:creationId xmlns:a16="http://schemas.microsoft.com/office/drawing/2014/main" id="{9FF14379-1ED0-7274-C2FC-135EC8ECAB43}"/>
              </a:ext>
            </a:extLst>
          </p:cNvPr>
          <p:cNvSpPr/>
          <p:nvPr/>
        </p:nvSpPr>
        <p:spPr>
          <a:xfrm>
            <a:off x="16404937" y="9868197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71" name="Egyenes összekötő 270">
            <a:extLst>
              <a:ext uri="{FF2B5EF4-FFF2-40B4-BE49-F238E27FC236}">
                <a16:creationId xmlns:a16="http://schemas.microsoft.com/office/drawing/2014/main" id="{7E001CEE-25EB-DAEE-CCB3-FB7292580777}"/>
              </a:ext>
            </a:extLst>
          </p:cNvPr>
          <p:cNvCxnSpPr>
            <a:cxnSpLocks/>
            <a:stCxn id="269" idx="2"/>
            <a:endCxn id="270" idx="6"/>
          </p:cNvCxnSpPr>
          <p:nvPr/>
        </p:nvCxnSpPr>
        <p:spPr>
          <a:xfrm flipH="1">
            <a:off x="16516775" y="8756499"/>
            <a:ext cx="414425" cy="116761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Ellipszis 271">
            <a:extLst>
              <a:ext uri="{FF2B5EF4-FFF2-40B4-BE49-F238E27FC236}">
                <a16:creationId xmlns:a16="http://schemas.microsoft.com/office/drawing/2014/main" id="{15AC92A4-0262-E514-1517-6E22DD8B42CC}"/>
              </a:ext>
            </a:extLst>
          </p:cNvPr>
          <p:cNvSpPr/>
          <p:nvPr/>
        </p:nvSpPr>
        <p:spPr>
          <a:xfrm>
            <a:off x="16404937" y="10083319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>
            <a:extLst>
              <a:ext uri="{FF2B5EF4-FFF2-40B4-BE49-F238E27FC236}">
                <a16:creationId xmlns:a16="http://schemas.microsoft.com/office/drawing/2014/main" id="{588895C3-B2F3-B4B7-1AE9-11A426F9660A}"/>
              </a:ext>
            </a:extLst>
          </p:cNvPr>
          <p:cNvSpPr/>
          <p:nvPr/>
        </p:nvSpPr>
        <p:spPr>
          <a:xfrm>
            <a:off x="16404937" y="10337299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4" name="Ellipszis 273">
            <a:extLst>
              <a:ext uri="{FF2B5EF4-FFF2-40B4-BE49-F238E27FC236}">
                <a16:creationId xmlns:a16="http://schemas.microsoft.com/office/drawing/2014/main" id="{6560D30C-A476-BB6E-D80A-37C6F5C31443}"/>
              </a:ext>
            </a:extLst>
          </p:cNvPr>
          <p:cNvSpPr/>
          <p:nvPr/>
        </p:nvSpPr>
        <p:spPr>
          <a:xfrm>
            <a:off x="16404937" y="10620976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5" name="Ellipszis 274">
            <a:extLst>
              <a:ext uri="{FF2B5EF4-FFF2-40B4-BE49-F238E27FC236}">
                <a16:creationId xmlns:a16="http://schemas.microsoft.com/office/drawing/2014/main" id="{23202D66-2BA9-750D-3F1A-0C807A589B0B}"/>
              </a:ext>
            </a:extLst>
          </p:cNvPr>
          <p:cNvSpPr/>
          <p:nvPr/>
        </p:nvSpPr>
        <p:spPr>
          <a:xfrm>
            <a:off x="16404937" y="10838251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6" name="Ellipszis 275">
            <a:extLst>
              <a:ext uri="{FF2B5EF4-FFF2-40B4-BE49-F238E27FC236}">
                <a16:creationId xmlns:a16="http://schemas.microsoft.com/office/drawing/2014/main" id="{E332708D-5ABC-12E1-EE42-4631DE9A9B49}"/>
              </a:ext>
            </a:extLst>
          </p:cNvPr>
          <p:cNvSpPr/>
          <p:nvPr/>
        </p:nvSpPr>
        <p:spPr>
          <a:xfrm>
            <a:off x="16404937" y="11099505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7" name="Téglalap: egyik sarkán levágva 276">
            <a:extLst>
              <a:ext uri="{FF2B5EF4-FFF2-40B4-BE49-F238E27FC236}">
                <a16:creationId xmlns:a16="http://schemas.microsoft.com/office/drawing/2014/main" id="{5BC49438-F8E9-F5D8-055E-ACD5EDD4C83C}"/>
              </a:ext>
            </a:extLst>
          </p:cNvPr>
          <p:cNvSpPr/>
          <p:nvPr/>
        </p:nvSpPr>
        <p:spPr>
          <a:xfrm>
            <a:off x="16935192" y="9058079"/>
            <a:ext cx="3202937" cy="42656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n.letszam</a:t>
            </a:r>
            <a:r>
              <a:rPr lang="hu-HU" sz="1200" dirty="0">
                <a:solidFill>
                  <a:srgbClr val="000000"/>
                </a:solidFill>
              </a:rPr>
              <a:t> + ((</a:t>
            </a:r>
            <a:r>
              <a:rPr lang="hu-HU" sz="1200" dirty="0" err="1">
                <a:solidFill>
                  <a:srgbClr val="000000"/>
                </a:solidFill>
              </a:rPr>
              <a:t>n.letszam</a:t>
            </a:r>
            <a:r>
              <a:rPr lang="hu-HU" sz="1200" dirty="0">
                <a:solidFill>
                  <a:srgbClr val="000000"/>
                </a:solidFill>
              </a:rPr>
              <a:t> / 10) * 3)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278" name="Egyenes összekötő 277">
            <a:extLst>
              <a:ext uri="{FF2B5EF4-FFF2-40B4-BE49-F238E27FC236}">
                <a16:creationId xmlns:a16="http://schemas.microsoft.com/office/drawing/2014/main" id="{41C44353-3D4E-ECE2-2B76-2F09F5E7FB54}"/>
              </a:ext>
            </a:extLst>
          </p:cNvPr>
          <p:cNvCxnSpPr>
            <a:cxnSpLocks/>
            <a:stCxn id="277" idx="2"/>
            <a:endCxn id="272" idx="6"/>
          </p:cNvCxnSpPr>
          <p:nvPr/>
        </p:nvCxnSpPr>
        <p:spPr>
          <a:xfrm flipH="1">
            <a:off x="16516775" y="9271361"/>
            <a:ext cx="418417" cy="86787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églalap: egyik sarkán levágva 278">
            <a:extLst>
              <a:ext uri="{FF2B5EF4-FFF2-40B4-BE49-F238E27FC236}">
                <a16:creationId xmlns:a16="http://schemas.microsoft.com/office/drawing/2014/main" id="{0256192C-12DD-2DE7-2989-699D571CD7AF}"/>
              </a:ext>
            </a:extLst>
          </p:cNvPr>
          <p:cNvSpPr/>
          <p:nvPr/>
        </p:nvSpPr>
        <p:spPr>
          <a:xfrm>
            <a:off x="16931200" y="9583131"/>
            <a:ext cx="1720662" cy="42656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e.letszam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280" name="Egyenes összekötő 279">
            <a:extLst>
              <a:ext uri="{FF2B5EF4-FFF2-40B4-BE49-F238E27FC236}">
                <a16:creationId xmlns:a16="http://schemas.microsoft.com/office/drawing/2014/main" id="{963D3ADC-0D97-54BB-76C4-946119C2A684}"/>
              </a:ext>
            </a:extLst>
          </p:cNvPr>
          <p:cNvCxnSpPr>
            <a:cxnSpLocks/>
            <a:stCxn id="279" idx="2"/>
            <a:endCxn id="273" idx="6"/>
          </p:cNvCxnSpPr>
          <p:nvPr/>
        </p:nvCxnSpPr>
        <p:spPr>
          <a:xfrm flipH="1">
            <a:off x="16516775" y="9796413"/>
            <a:ext cx="414425" cy="59680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Téglalap: egyik sarkán levágva 280">
            <a:extLst>
              <a:ext uri="{FF2B5EF4-FFF2-40B4-BE49-F238E27FC236}">
                <a16:creationId xmlns:a16="http://schemas.microsoft.com/office/drawing/2014/main" id="{E8DED74B-F3E3-7B5B-0C03-8A3AC4AFCA35}"/>
              </a:ext>
            </a:extLst>
          </p:cNvPr>
          <p:cNvSpPr/>
          <p:nvPr/>
        </p:nvSpPr>
        <p:spPr>
          <a:xfrm>
            <a:off x="16992713" y="10220183"/>
            <a:ext cx="1530898" cy="25694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„Jó"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82" name="Téglalap: egyik sarkán levágva 281">
            <a:extLst>
              <a:ext uri="{FF2B5EF4-FFF2-40B4-BE49-F238E27FC236}">
                <a16:creationId xmlns:a16="http://schemas.microsoft.com/office/drawing/2014/main" id="{48FC0DDE-6BF2-859B-A75D-A7E1641C859C}"/>
              </a:ext>
            </a:extLst>
          </p:cNvPr>
          <p:cNvSpPr/>
          <p:nvPr/>
        </p:nvSpPr>
        <p:spPr>
          <a:xfrm>
            <a:off x="18724703" y="9824283"/>
            <a:ext cx="2949879" cy="126850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>
                <a:solidFill>
                  <a:srgbClr val="000000"/>
                </a:solidFill>
              </a:rPr>
              <a:t>allapot := MAX(1,allapot - n / 100 - e / 50)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allapot &lt; 34 </a:t>
            </a:r>
            <a:r>
              <a:rPr lang="hu-HU" sz="1200" b="1" dirty="0" err="1">
                <a:solidFill>
                  <a:srgbClr val="000000"/>
                </a:solidFill>
              </a:rPr>
              <a:t>then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Lepusztult(allapot)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allapot &lt; 67 </a:t>
            </a:r>
            <a:r>
              <a:rPr lang="hu-HU" sz="1200" b="1" dirty="0" err="1">
                <a:solidFill>
                  <a:srgbClr val="000000"/>
                </a:solidFill>
              </a:rPr>
              <a:t>then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Atlagos</a:t>
            </a:r>
            <a:r>
              <a:rPr lang="hu-HU" sz="1200" dirty="0">
                <a:solidFill>
                  <a:srgbClr val="000000"/>
                </a:solidFill>
              </a:rPr>
              <a:t>(allapot)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else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this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83" name="Téglalap: egyik sarkán levágva 282">
            <a:extLst>
              <a:ext uri="{FF2B5EF4-FFF2-40B4-BE49-F238E27FC236}">
                <a16:creationId xmlns:a16="http://schemas.microsoft.com/office/drawing/2014/main" id="{59ED8E23-FA95-03CA-B343-E5AF710091AB}"/>
              </a:ext>
            </a:extLst>
          </p:cNvPr>
          <p:cNvSpPr/>
          <p:nvPr/>
        </p:nvSpPr>
        <p:spPr>
          <a:xfrm>
            <a:off x="16696585" y="11274723"/>
            <a:ext cx="3910553" cy="526731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1200" dirty="0">
                <a:solidFill>
                  <a:srgbClr val="000000"/>
                </a:solidFill>
              </a:rPr>
              <a:t>allapot </a:t>
            </a:r>
            <a:r>
              <a:rPr lang="hu-HU" sz="1200" dirty="0">
                <a:solidFill>
                  <a:srgbClr val="000000"/>
                </a:solidFill>
              </a:rPr>
              <a:t>:</a:t>
            </a:r>
            <a:r>
              <a:rPr lang="sv-SE" sz="1200" dirty="0">
                <a:solidFill>
                  <a:srgbClr val="000000"/>
                </a:solidFill>
              </a:rPr>
              <a:t>= M</a:t>
            </a:r>
            <a:r>
              <a:rPr lang="hu-HU" sz="1200" dirty="0">
                <a:solidFill>
                  <a:srgbClr val="000000"/>
                </a:solidFill>
              </a:rPr>
              <a:t>IN</a:t>
            </a:r>
            <a:r>
              <a:rPr lang="sv-SE" sz="1200" dirty="0">
                <a:solidFill>
                  <a:srgbClr val="000000"/>
                </a:solidFill>
              </a:rPr>
              <a:t>(100, allapot + (extrapenz / 50000000))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this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284" name="Egyenes összekötő 283">
            <a:extLst>
              <a:ext uri="{FF2B5EF4-FFF2-40B4-BE49-F238E27FC236}">
                <a16:creationId xmlns:a16="http://schemas.microsoft.com/office/drawing/2014/main" id="{D7755099-AFA0-589F-79FB-4F66D1BFD05B}"/>
              </a:ext>
            </a:extLst>
          </p:cNvPr>
          <p:cNvCxnSpPr>
            <a:cxnSpLocks/>
            <a:stCxn id="281" idx="2"/>
            <a:endCxn id="274" idx="6"/>
          </p:cNvCxnSpPr>
          <p:nvPr/>
        </p:nvCxnSpPr>
        <p:spPr>
          <a:xfrm flipH="1">
            <a:off x="16516775" y="10348658"/>
            <a:ext cx="475938" cy="32823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Egyenes összekötő 284">
            <a:extLst>
              <a:ext uri="{FF2B5EF4-FFF2-40B4-BE49-F238E27FC236}">
                <a16:creationId xmlns:a16="http://schemas.microsoft.com/office/drawing/2014/main" id="{147BD224-2682-324A-D578-2725F8C23315}"/>
              </a:ext>
            </a:extLst>
          </p:cNvPr>
          <p:cNvCxnSpPr>
            <a:cxnSpLocks/>
            <a:stCxn id="282" idx="2"/>
            <a:endCxn id="275" idx="4"/>
          </p:cNvCxnSpPr>
          <p:nvPr/>
        </p:nvCxnSpPr>
        <p:spPr>
          <a:xfrm flipH="1">
            <a:off x="16460856" y="10458535"/>
            <a:ext cx="2263847" cy="491554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Egyenes összekötő 285">
            <a:extLst>
              <a:ext uri="{FF2B5EF4-FFF2-40B4-BE49-F238E27FC236}">
                <a16:creationId xmlns:a16="http://schemas.microsoft.com/office/drawing/2014/main" id="{29721A61-86B0-017C-D360-56D50B88A62F}"/>
              </a:ext>
            </a:extLst>
          </p:cNvPr>
          <p:cNvCxnSpPr>
            <a:cxnSpLocks/>
            <a:stCxn id="283" idx="2"/>
            <a:endCxn id="276" idx="6"/>
          </p:cNvCxnSpPr>
          <p:nvPr/>
        </p:nvCxnSpPr>
        <p:spPr>
          <a:xfrm flipH="1" flipV="1">
            <a:off x="16516775" y="11155424"/>
            <a:ext cx="179810" cy="38266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127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552CF48C-2AD4-8E05-DF8A-3FDA7A534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089170"/>
              </p:ext>
            </p:extLst>
          </p:nvPr>
        </p:nvGraphicFramePr>
        <p:xfrm>
          <a:off x="808295" y="8658689"/>
          <a:ext cx="3363698" cy="2417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3698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75761"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 err="1">
                          <a:solidFill>
                            <a:schemeClr val="tx1"/>
                          </a:solidFill>
                        </a:rPr>
                        <a:t>Careful</a:t>
                      </a:r>
                      <a:endParaRPr lang="hu-H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374816">
                <a:tc>
                  <a:txBody>
                    <a:bodyPr/>
                    <a:lstStyle/>
                    <a:p>
                      <a:pPr algn="l"/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+ allapot: Int {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1737783">
                <a:tc>
                  <a:txBody>
                    <a:bodyPr/>
                    <a:lstStyle/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Accept(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j: 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Japan)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Nyugati): Int</a:t>
                      </a: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(e: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Egyeb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): Int </a:t>
                      </a: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writeAllapot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Rontas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Int, e: Int): Allapot</a:t>
                      </a: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Javitas(extrapenz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Real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Allapot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10" name="Táblázat 9">
            <a:extLst>
              <a:ext uri="{FF2B5EF4-FFF2-40B4-BE49-F238E27FC236}">
                <a16:creationId xmlns:a16="http://schemas.microsoft.com/office/drawing/2014/main" id="{B13346F1-874D-58E9-67CF-14648D6E4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832022"/>
              </p:ext>
            </p:extLst>
          </p:nvPr>
        </p:nvGraphicFramePr>
        <p:xfrm>
          <a:off x="4057261" y="4327846"/>
          <a:ext cx="3391289" cy="355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1289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307703"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r>
                        <a:rPr lang="hu-HU" sz="1400" b="0" dirty="0" err="1">
                          <a:solidFill>
                            <a:schemeClr val="tx1"/>
                          </a:solidFill>
                        </a:rPr>
                        <a:t>abstract</a:t>
                      </a:r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</a:p>
                    <a:p>
                      <a:pPr algn="ctr"/>
                      <a:r>
                        <a:rPr lang="hu-HU" sz="1400" b="0" dirty="0" err="1">
                          <a:solidFill>
                            <a:schemeClr val="tx1"/>
                          </a:solidFill>
                        </a:rPr>
                        <a:t>Player</a:t>
                      </a:r>
                      <a:endParaRPr lang="hu-H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pPr marL="0" marR="0" lvl="0" indent="0" algn="l" defTabSz="17279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 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money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properties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HashMap&lt;Integer, Property&gt; 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houses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Player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getsMoney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amount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int)</a:t>
                      </a:r>
                    </a:p>
                    <a:p>
                      <a:pPr marL="0" marR="0" lvl="0" indent="0" algn="l" defTabSz="17279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paysMoney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amount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int)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17279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paysMoneyForService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amount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int)</a:t>
                      </a:r>
                    </a:p>
                    <a:p>
                      <a:pPr marL="0" marR="0" lvl="0" indent="0" algn="l" defTabSz="17279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buyProperty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Property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property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7279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buildHouse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Property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property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7279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payForProperty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Property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property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7279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public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rollTheDice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: int</a:t>
                      </a:r>
                    </a:p>
                    <a:p>
                      <a:pPr marL="0" marR="0" lvl="0" indent="0" algn="l" defTabSz="17279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stepsOn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Tile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tile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endParaRPr lang="hu-HU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7279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defeated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endParaRPr lang="hu-HU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7279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endParaRPr lang="hu-HU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7279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getNumProp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: int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cxnSp>
        <p:nvCxnSpPr>
          <p:cNvPr id="25" name="Egyenes összekötő 24">
            <a:extLst>
              <a:ext uri="{FF2B5EF4-FFF2-40B4-BE49-F238E27FC236}">
                <a16:creationId xmlns:a16="http://schemas.microsoft.com/office/drawing/2014/main" id="{B05E840A-5128-4277-80E7-B4228E53755D}"/>
              </a:ext>
            </a:extLst>
          </p:cNvPr>
          <p:cNvCxnSpPr>
            <a:cxnSpLocks/>
          </p:cNvCxnSpPr>
          <p:nvPr/>
        </p:nvCxnSpPr>
        <p:spPr>
          <a:xfrm flipH="1">
            <a:off x="5643439" y="4327847"/>
            <a:ext cx="5424" cy="263384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áblázat 26">
            <a:extLst>
              <a:ext uri="{FF2B5EF4-FFF2-40B4-BE49-F238E27FC236}">
                <a16:creationId xmlns:a16="http://schemas.microsoft.com/office/drawing/2014/main" id="{C7CE3ED1-7552-A863-C98B-57D4E5F43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694219"/>
              </p:ext>
            </p:extLst>
          </p:nvPr>
        </p:nvGraphicFramePr>
        <p:xfrm>
          <a:off x="4708632" y="8656107"/>
          <a:ext cx="3248807" cy="2363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8807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87868"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 err="1">
                          <a:solidFill>
                            <a:schemeClr val="tx1"/>
                          </a:solidFill>
                        </a:rPr>
                        <a:t>Tactical</a:t>
                      </a:r>
                      <a:endParaRPr lang="hu-H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365173">
                <a:tc>
                  <a:txBody>
                    <a:bodyPr/>
                    <a:lstStyle/>
                    <a:p>
                      <a:pPr algn="l"/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+ allapot: Int {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1693075">
                <a:tc>
                  <a:txBody>
                    <a:bodyPr/>
                    <a:lstStyle/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Accept(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j: 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Japan)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Nyugati): Int</a:t>
                      </a: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(e: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Egyeb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): Int</a:t>
                      </a: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writeAllapot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Rontas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Int, e: Int): Allapot</a:t>
                      </a: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Javitas(extrapenz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Real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Allapot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29" name="Táblázat 28">
            <a:extLst>
              <a:ext uri="{FF2B5EF4-FFF2-40B4-BE49-F238E27FC236}">
                <a16:creationId xmlns:a16="http://schemas.microsoft.com/office/drawing/2014/main" id="{7B03FD8A-D645-8738-8627-987BF3A2D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25693"/>
              </p:ext>
            </p:extLst>
          </p:nvPr>
        </p:nvGraphicFramePr>
        <p:xfrm>
          <a:off x="8230639" y="8676505"/>
          <a:ext cx="3289055" cy="2363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9055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305570"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 err="1">
                          <a:solidFill>
                            <a:schemeClr val="tx1"/>
                          </a:solidFill>
                        </a:rPr>
                        <a:t>Greedy</a:t>
                      </a:r>
                      <a:endParaRPr lang="hu-H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365173">
                <a:tc>
                  <a:txBody>
                    <a:bodyPr/>
                    <a:lstStyle/>
                    <a:p>
                      <a:pPr algn="l"/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+ allapot: Int {</a:t>
                      </a:r>
                      <a:r>
                        <a:rPr lang="hu-HU" sz="11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1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1693076">
                <a:tc>
                  <a:txBody>
                    <a:bodyPr/>
                    <a:lstStyle/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Accept(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j: 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Japan)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Nyugati): Int</a:t>
                      </a: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(e: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Egyeb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): Int</a:t>
                      </a: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writeAllapot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Rontas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Int, e: Int): Allapot</a:t>
                      </a:r>
                    </a:p>
                    <a:p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Javitas(extrapenz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Real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hu-HU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Allapot</a:t>
                      </a:r>
                      <a:endParaRPr lang="hu-HU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cxnSp>
        <p:nvCxnSpPr>
          <p:cNvPr id="30" name="Egyenes összekötő 29">
            <a:extLst>
              <a:ext uri="{FF2B5EF4-FFF2-40B4-BE49-F238E27FC236}">
                <a16:creationId xmlns:a16="http://schemas.microsoft.com/office/drawing/2014/main" id="{DD3A4907-1635-59AF-24A3-0C862E17E4C4}"/>
              </a:ext>
            </a:extLst>
          </p:cNvPr>
          <p:cNvCxnSpPr>
            <a:cxnSpLocks/>
          </p:cNvCxnSpPr>
          <p:nvPr/>
        </p:nvCxnSpPr>
        <p:spPr>
          <a:xfrm>
            <a:off x="2490144" y="8478279"/>
            <a:ext cx="7385022" cy="0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gyenes összekötő 31">
            <a:extLst>
              <a:ext uri="{FF2B5EF4-FFF2-40B4-BE49-F238E27FC236}">
                <a16:creationId xmlns:a16="http://schemas.microsoft.com/office/drawing/2014/main" id="{318FCFEE-5AF2-2383-9B2F-909F1B67D884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2490144" y="8478279"/>
            <a:ext cx="0" cy="180410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A6D9CA8-A5B2-ABE0-D11C-0439C3CE5F3C}"/>
              </a:ext>
            </a:extLst>
          </p:cNvPr>
          <p:cNvCxnSpPr>
            <a:cxnSpLocks/>
          </p:cNvCxnSpPr>
          <p:nvPr/>
        </p:nvCxnSpPr>
        <p:spPr>
          <a:xfrm flipV="1">
            <a:off x="6393995" y="8478279"/>
            <a:ext cx="0" cy="177828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gyenes összekötő 34">
            <a:extLst>
              <a:ext uri="{FF2B5EF4-FFF2-40B4-BE49-F238E27FC236}">
                <a16:creationId xmlns:a16="http://schemas.microsoft.com/office/drawing/2014/main" id="{8F2975A9-58C2-4F1E-34BD-C5F9AB0D4257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9875166" y="8478279"/>
            <a:ext cx="0" cy="198226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gyenes összekötő 36">
            <a:extLst>
              <a:ext uri="{FF2B5EF4-FFF2-40B4-BE49-F238E27FC236}">
                <a16:creationId xmlns:a16="http://schemas.microsoft.com/office/drawing/2014/main" id="{45A1DDC6-9DCA-04AD-7C5D-26C4DC2CC868}"/>
              </a:ext>
            </a:extLst>
          </p:cNvPr>
          <p:cNvCxnSpPr>
            <a:cxnSpLocks/>
          </p:cNvCxnSpPr>
          <p:nvPr/>
        </p:nvCxnSpPr>
        <p:spPr>
          <a:xfrm flipV="1">
            <a:off x="5552220" y="8309075"/>
            <a:ext cx="0" cy="169204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Háromszög 37">
            <a:extLst>
              <a:ext uri="{FF2B5EF4-FFF2-40B4-BE49-F238E27FC236}">
                <a16:creationId xmlns:a16="http://schemas.microsoft.com/office/drawing/2014/main" id="{8FAED31D-6571-4856-8D89-86AB5B60A5BA}"/>
              </a:ext>
            </a:extLst>
          </p:cNvPr>
          <p:cNvSpPr/>
          <p:nvPr/>
        </p:nvSpPr>
        <p:spPr>
          <a:xfrm>
            <a:off x="5469670" y="8131248"/>
            <a:ext cx="165100" cy="168025"/>
          </a:xfrm>
          <a:prstGeom prst="triangle">
            <a:avLst/>
          </a:prstGeom>
          <a:solidFill>
            <a:srgbClr val="CCFFFF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796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Csoportba foglalás 82">
            <a:extLst>
              <a:ext uri="{FF2B5EF4-FFF2-40B4-BE49-F238E27FC236}">
                <a16:creationId xmlns:a16="http://schemas.microsoft.com/office/drawing/2014/main" id="{E731CDCA-E6CB-728A-7E3A-3D02D605AF4E}"/>
              </a:ext>
            </a:extLst>
          </p:cNvPr>
          <p:cNvGrpSpPr/>
          <p:nvPr/>
        </p:nvGrpSpPr>
        <p:grpSpPr>
          <a:xfrm>
            <a:off x="18729942" y="4606882"/>
            <a:ext cx="1455824" cy="2385588"/>
            <a:chOff x="19856824" y="2708483"/>
            <a:chExt cx="2707341" cy="4436388"/>
          </a:xfrm>
        </p:grpSpPr>
        <p:sp>
          <p:nvSpPr>
            <p:cNvPr id="58" name="Téglalap 57">
              <a:extLst>
                <a:ext uri="{FF2B5EF4-FFF2-40B4-BE49-F238E27FC236}">
                  <a16:creationId xmlns:a16="http://schemas.microsoft.com/office/drawing/2014/main" id="{C4D4B80E-8B37-752D-58E7-1BE3683A8A94}"/>
                </a:ext>
              </a:extLst>
            </p:cNvPr>
            <p:cNvSpPr/>
            <p:nvPr/>
          </p:nvSpPr>
          <p:spPr>
            <a:xfrm>
              <a:off x="19856824" y="2708483"/>
              <a:ext cx="2707341" cy="4436388"/>
            </a:xfrm>
            <a:prstGeom prst="rect">
              <a:avLst/>
            </a:prstGeom>
            <a:solidFill>
              <a:srgbClr val="FFF2CC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9" name="Téglalap 58">
              <a:extLst>
                <a:ext uri="{FF2B5EF4-FFF2-40B4-BE49-F238E27FC236}">
                  <a16:creationId xmlns:a16="http://schemas.microsoft.com/office/drawing/2014/main" id="{5DD35004-B270-6865-9873-9B62C666DCBB}"/>
                </a:ext>
              </a:extLst>
            </p:cNvPr>
            <p:cNvSpPr/>
            <p:nvPr/>
          </p:nvSpPr>
          <p:spPr>
            <a:xfrm>
              <a:off x="20047199" y="286031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0" name="Téglalap 59">
              <a:extLst>
                <a:ext uri="{FF2B5EF4-FFF2-40B4-BE49-F238E27FC236}">
                  <a16:creationId xmlns:a16="http://schemas.microsoft.com/office/drawing/2014/main" id="{523B0253-E24D-EBE1-7BFC-8C209BB2A9EE}"/>
                </a:ext>
              </a:extLst>
            </p:cNvPr>
            <p:cNvSpPr/>
            <p:nvPr/>
          </p:nvSpPr>
          <p:spPr>
            <a:xfrm>
              <a:off x="20671956" y="285974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1" name="Téglalap 60">
              <a:extLst>
                <a:ext uri="{FF2B5EF4-FFF2-40B4-BE49-F238E27FC236}">
                  <a16:creationId xmlns:a16="http://schemas.microsoft.com/office/drawing/2014/main" id="{99A44291-A66C-B08F-099E-7B88EB8E2B64}"/>
                </a:ext>
              </a:extLst>
            </p:cNvPr>
            <p:cNvSpPr/>
            <p:nvPr/>
          </p:nvSpPr>
          <p:spPr>
            <a:xfrm>
              <a:off x="21248469" y="285974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2" name="Téglalap 61">
              <a:extLst>
                <a:ext uri="{FF2B5EF4-FFF2-40B4-BE49-F238E27FC236}">
                  <a16:creationId xmlns:a16="http://schemas.microsoft.com/office/drawing/2014/main" id="{9D4AA656-09ED-B203-464B-A2BB0F93559E}"/>
                </a:ext>
              </a:extLst>
            </p:cNvPr>
            <p:cNvSpPr/>
            <p:nvPr/>
          </p:nvSpPr>
          <p:spPr>
            <a:xfrm>
              <a:off x="21868421" y="285974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3" name="Téglalap 62">
              <a:extLst>
                <a:ext uri="{FF2B5EF4-FFF2-40B4-BE49-F238E27FC236}">
                  <a16:creationId xmlns:a16="http://schemas.microsoft.com/office/drawing/2014/main" id="{47767EC7-9C01-952C-D683-B4285C3F6DAC}"/>
                </a:ext>
              </a:extLst>
            </p:cNvPr>
            <p:cNvSpPr/>
            <p:nvPr/>
          </p:nvSpPr>
          <p:spPr>
            <a:xfrm>
              <a:off x="20047199" y="354717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4" name="Téglalap 63">
              <a:extLst>
                <a:ext uri="{FF2B5EF4-FFF2-40B4-BE49-F238E27FC236}">
                  <a16:creationId xmlns:a16="http://schemas.microsoft.com/office/drawing/2014/main" id="{A9671F35-56DD-CBE1-0C65-1718032A9667}"/>
                </a:ext>
              </a:extLst>
            </p:cNvPr>
            <p:cNvSpPr/>
            <p:nvPr/>
          </p:nvSpPr>
          <p:spPr>
            <a:xfrm>
              <a:off x="20671956" y="354660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5" name="Téglalap 64">
              <a:extLst>
                <a:ext uri="{FF2B5EF4-FFF2-40B4-BE49-F238E27FC236}">
                  <a16:creationId xmlns:a16="http://schemas.microsoft.com/office/drawing/2014/main" id="{2373A713-BF6B-8353-0E84-983DA9BF5B2B}"/>
                </a:ext>
              </a:extLst>
            </p:cNvPr>
            <p:cNvSpPr/>
            <p:nvPr/>
          </p:nvSpPr>
          <p:spPr>
            <a:xfrm>
              <a:off x="21248469" y="354660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6" name="Téglalap 65">
              <a:extLst>
                <a:ext uri="{FF2B5EF4-FFF2-40B4-BE49-F238E27FC236}">
                  <a16:creationId xmlns:a16="http://schemas.microsoft.com/office/drawing/2014/main" id="{AFD01765-6D3A-73E0-3766-CA1B85CB7CD5}"/>
                </a:ext>
              </a:extLst>
            </p:cNvPr>
            <p:cNvSpPr/>
            <p:nvPr/>
          </p:nvSpPr>
          <p:spPr>
            <a:xfrm>
              <a:off x="21868421" y="354660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EC2FD065-EDDF-6BAB-EB1A-C1BC3AAE55D6}"/>
                </a:ext>
              </a:extLst>
            </p:cNvPr>
            <p:cNvSpPr/>
            <p:nvPr/>
          </p:nvSpPr>
          <p:spPr>
            <a:xfrm>
              <a:off x="20047199" y="422971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Téglalap 67">
              <a:extLst>
                <a:ext uri="{FF2B5EF4-FFF2-40B4-BE49-F238E27FC236}">
                  <a16:creationId xmlns:a16="http://schemas.microsoft.com/office/drawing/2014/main" id="{0018985C-125B-4B0C-6F04-DFC3C27105AF}"/>
                </a:ext>
              </a:extLst>
            </p:cNvPr>
            <p:cNvSpPr/>
            <p:nvPr/>
          </p:nvSpPr>
          <p:spPr>
            <a:xfrm>
              <a:off x="20671956" y="422914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Téglalap 68">
              <a:extLst>
                <a:ext uri="{FF2B5EF4-FFF2-40B4-BE49-F238E27FC236}">
                  <a16:creationId xmlns:a16="http://schemas.microsoft.com/office/drawing/2014/main" id="{5ADB0278-AC03-FB79-1F00-BD0286ECE038}"/>
                </a:ext>
              </a:extLst>
            </p:cNvPr>
            <p:cNvSpPr/>
            <p:nvPr/>
          </p:nvSpPr>
          <p:spPr>
            <a:xfrm>
              <a:off x="21248469" y="422914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Téglalap 69">
              <a:extLst>
                <a:ext uri="{FF2B5EF4-FFF2-40B4-BE49-F238E27FC236}">
                  <a16:creationId xmlns:a16="http://schemas.microsoft.com/office/drawing/2014/main" id="{D7AD1D6E-8083-9D5F-0857-6990562ABC92}"/>
                </a:ext>
              </a:extLst>
            </p:cNvPr>
            <p:cNvSpPr/>
            <p:nvPr/>
          </p:nvSpPr>
          <p:spPr>
            <a:xfrm>
              <a:off x="21868421" y="422914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1" name="Téglalap 70">
              <a:extLst>
                <a:ext uri="{FF2B5EF4-FFF2-40B4-BE49-F238E27FC236}">
                  <a16:creationId xmlns:a16="http://schemas.microsoft.com/office/drawing/2014/main" id="{58ABFCAF-8469-8B22-AF41-32337586863F}"/>
                </a:ext>
              </a:extLst>
            </p:cNvPr>
            <p:cNvSpPr/>
            <p:nvPr/>
          </p:nvSpPr>
          <p:spPr>
            <a:xfrm>
              <a:off x="20047199" y="4859275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2" name="Téglalap 71">
              <a:extLst>
                <a:ext uri="{FF2B5EF4-FFF2-40B4-BE49-F238E27FC236}">
                  <a16:creationId xmlns:a16="http://schemas.microsoft.com/office/drawing/2014/main" id="{9C5BDFC0-9145-1D6F-61DE-2F59B754CFA5}"/>
                </a:ext>
              </a:extLst>
            </p:cNvPr>
            <p:cNvSpPr/>
            <p:nvPr/>
          </p:nvSpPr>
          <p:spPr>
            <a:xfrm>
              <a:off x="20671956" y="4858705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3" name="Téglalap 72">
              <a:extLst>
                <a:ext uri="{FF2B5EF4-FFF2-40B4-BE49-F238E27FC236}">
                  <a16:creationId xmlns:a16="http://schemas.microsoft.com/office/drawing/2014/main" id="{3AE0FAFE-A57D-E4C5-7114-B8D178034F56}"/>
                </a:ext>
              </a:extLst>
            </p:cNvPr>
            <p:cNvSpPr/>
            <p:nvPr/>
          </p:nvSpPr>
          <p:spPr>
            <a:xfrm>
              <a:off x="21248469" y="4858705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4" name="Téglalap 73">
              <a:extLst>
                <a:ext uri="{FF2B5EF4-FFF2-40B4-BE49-F238E27FC236}">
                  <a16:creationId xmlns:a16="http://schemas.microsoft.com/office/drawing/2014/main" id="{5E6C344A-92A2-B966-6492-808B1F99F356}"/>
                </a:ext>
              </a:extLst>
            </p:cNvPr>
            <p:cNvSpPr/>
            <p:nvPr/>
          </p:nvSpPr>
          <p:spPr>
            <a:xfrm>
              <a:off x="21868421" y="4858705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5" name="Téglalap 74">
              <a:extLst>
                <a:ext uri="{FF2B5EF4-FFF2-40B4-BE49-F238E27FC236}">
                  <a16:creationId xmlns:a16="http://schemas.microsoft.com/office/drawing/2014/main" id="{9C91F9A6-0E0A-F5A9-3B8D-94ED6E4A7A26}"/>
                </a:ext>
              </a:extLst>
            </p:cNvPr>
            <p:cNvSpPr/>
            <p:nvPr/>
          </p:nvSpPr>
          <p:spPr>
            <a:xfrm>
              <a:off x="20047199" y="5488837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6" name="Téglalap 75">
              <a:extLst>
                <a:ext uri="{FF2B5EF4-FFF2-40B4-BE49-F238E27FC236}">
                  <a16:creationId xmlns:a16="http://schemas.microsoft.com/office/drawing/2014/main" id="{C6668230-4835-3AEE-E67F-C9112D9B65AF}"/>
                </a:ext>
              </a:extLst>
            </p:cNvPr>
            <p:cNvSpPr/>
            <p:nvPr/>
          </p:nvSpPr>
          <p:spPr>
            <a:xfrm>
              <a:off x="20671956" y="5488267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7" name="Téglalap 76">
              <a:extLst>
                <a:ext uri="{FF2B5EF4-FFF2-40B4-BE49-F238E27FC236}">
                  <a16:creationId xmlns:a16="http://schemas.microsoft.com/office/drawing/2014/main" id="{F180A0E6-048E-BF44-BF8C-5244C037246A}"/>
                </a:ext>
              </a:extLst>
            </p:cNvPr>
            <p:cNvSpPr/>
            <p:nvPr/>
          </p:nvSpPr>
          <p:spPr>
            <a:xfrm>
              <a:off x="21248469" y="5488267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8" name="Téglalap 77">
              <a:extLst>
                <a:ext uri="{FF2B5EF4-FFF2-40B4-BE49-F238E27FC236}">
                  <a16:creationId xmlns:a16="http://schemas.microsoft.com/office/drawing/2014/main" id="{E082B74E-2F25-F4D2-E59D-7F8292F53C8A}"/>
                </a:ext>
              </a:extLst>
            </p:cNvPr>
            <p:cNvSpPr/>
            <p:nvPr/>
          </p:nvSpPr>
          <p:spPr>
            <a:xfrm>
              <a:off x="21868421" y="5488267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9" name="Téglalap 78">
              <a:extLst>
                <a:ext uri="{FF2B5EF4-FFF2-40B4-BE49-F238E27FC236}">
                  <a16:creationId xmlns:a16="http://schemas.microsoft.com/office/drawing/2014/main" id="{FA59295C-B76F-ED80-2CCA-F38CE8EEC93B}"/>
                </a:ext>
              </a:extLst>
            </p:cNvPr>
            <p:cNvSpPr/>
            <p:nvPr/>
          </p:nvSpPr>
          <p:spPr>
            <a:xfrm>
              <a:off x="20047199" y="6203981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0" name="Téglalap 79">
              <a:extLst>
                <a:ext uri="{FF2B5EF4-FFF2-40B4-BE49-F238E27FC236}">
                  <a16:creationId xmlns:a16="http://schemas.microsoft.com/office/drawing/2014/main" id="{490CD038-3595-C0BA-19BF-731B18738D26}"/>
                </a:ext>
              </a:extLst>
            </p:cNvPr>
            <p:cNvSpPr/>
            <p:nvPr/>
          </p:nvSpPr>
          <p:spPr>
            <a:xfrm>
              <a:off x="20671956" y="6499411"/>
              <a:ext cx="433073" cy="645459"/>
            </a:xfrm>
            <a:prstGeom prst="rect">
              <a:avLst/>
            </a:prstGeom>
            <a:solidFill>
              <a:srgbClr val="500000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1" name="Téglalap 80">
              <a:extLst>
                <a:ext uri="{FF2B5EF4-FFF2-40B4-BE49-F238E27FC236}">
                  <a16:creationId xmlns:a16="http://schemas.microsoft.com/office/drawing/2014/main" id="{FFCF0FE1-D46D-18FE-13D6-BCDF08016BA0}"/>
                </a:ext>
              </a:extLst>
            </p:cNvPr>
            <p:cNvSpPr/>
            <p:nvPr/>
          </p:nvSpPr>
          <p:spPr>
            <a:xfrm>
              <a:off x="21248469" y="6203411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50BFC48A-1038-75D5-1389-C14807C5D152}"/>
                </a:ext>
              </a:extLst>
            </p:cNvPr>
            <p:cNvSpPr/>
            <p:nvPr/>
          </p:nvSpPr>
          <p:spPr>
            <a:xfrm>
              <a:off x="21868421" y="6203411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4" name="Ellipszis 3">
            <a:extLst>
              <a:ext uri="{FF2B5EF4-FFF2-40B4-BE49-F238E27FC236}">
                <a16:creationId xmlns:a16="http://schemas.microsoft.com/office/drawing/2014/main" id="{A1DD0606-EDCA-B5F0-5982-C08E2709CEED}"/>
              </a:ext>
            </a:extLst>
          </p:cNvPr>
          <p:cNvSpPr/>
          <p:nvPr/>
        </p:nvSpPr>
        <p:spPr>
          <a:xfrm>
            <a:off x="2773518" y="1528565"/>
            <a:ext cx="1027518" cy="1027518"/>
          </a:xfrm>
          <a:prstGeom prst="ellipse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47D139AA-C3EB-86BE-F725-A855146AA711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287277" y="2556083"/>
            <a:ext cx="0" cy="1460105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1B447E01-7B73-E45F-B1FE-481D093BDA1F}"/>
              </a:ext>
            </a:extLst>
          </p:cNvPr>
          <p:cNvCxnSpPr>
            <a:cxnSpLocks/>
          </p:cNvCxnSpPr>
          <p:nvPr/>
        </p:nvCxnSpPr>
        <p:spPr>
          <a:xfrm flipH="1">
            <a:off x="2635624" y="4016188"/>
            <a:ext cx="651653" cy="111928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CC4E7D8C-D923-A429-FBC9-8BD1E4E9A9F1}"/>
              </a:ext>
            </a:extLst>
          </p:cNvPr>
          <p:cNvCxnSpPr>
            <a:cxnSpLocks/>
          </p:cNvCxnSpPr>
          <p:nvPr/>
        </p:nvCxnSpPr>
        <p:spPr>
          <a:xfrm>
            <a:off x="3287277" y="4016188"/>
            <a:ext cx="651653" cy="111928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0220891E-BE06-3A35-6F28-46D20106E159}"/>
              </a:ext>
            </a:extLst>
          </p:cNvPr>
          <p:cNvCxnSpPr>
            <a:cxnSpLocks/>
          </p:cNvCxnSpPr>
          <p:nvPr/>
        </p:nvCxnSpPr>
        <p:spPr>
          <a:xfrm flipV="1">
            <a:off x="3287277" y="2556083"/>
            <a:ext cx="842028" cy="58156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E60AE183-0A5C-26F2-DCB6-9842F0577474}"/>
              </a:ext>
            </a:extLst>
          </p:cNvPr>
          <p:cNvCxnSpPr>
            <a:cxnSpLocks/>
          </p:cNvCxnSpPr>
          <p:nvPr/>
        </p:nvCxnSpPr>
        <p:spPr>
          <a:xfrm flipH="1" flipV="1">
            <a:off x="2445249" y="2556083"/>
            <a:ext cx="842028" cy="58156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0C2BEE38-47D5-ED77-6395-AE0D70DDB224}"/>
              </a:ext>
            </a:extLst>
          </p:cNvPr>
          <p:cNvSpPr txBox="1"/>
          <p:nvPr/>
        </p:nvSpPr>
        <p:spPr>
          <a:xfrm>
            <a:off x="2524023" y="5135469"/>
            <a:ext cx="1526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dirty="0"/>
              <a:t>Turista</a:t>
            </a:r>
          </a:p>
        </p:txBody>
      </p:sp>
      <p:sp>
        <p:nvSpPr>
          <p:cNvPr id="28" name="Ellipszis 27">
            <a:extLst>
              <a:ext uri="{FF2B5EF4-FFF2-40B4-BE49-F238E27FC236}">
                <a16:creationId xmlns:a16="http://schemas.microsoft.com/office/drawing/2014/main" id="{095927FF-A28B-7373-A1ED-BA7D89B37A66}"/>
              </a:ext>
            </a:extLst>
          </p:cNvPr>
          <p:cNvSpPr/>
          <p:nvPr/>
        </p:nvSpPr>
        <p:spPr>
          <a:xfrm>
            <a:off x="4643064" y="2922496"/>
            <a:ext cx="3234544" cy="1469559"/>
          </a:xfrm>
          <a:prstGeom prst="ellipse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</a:rPr>
              <a:t>Várost látogat</a:t>
            </a:r>
          </a:p>
        </p:txBody>
      </p:sp>
      <p:sp>
        <p:nvSpPr>
          <p:cNvPr id="29" name="Ellipszis 28">
            <a:extLst>
              <a:ext uri="{FF2B5EF4-FFF2-40B4-BE49-F238E27FC236}">
                <a16:creationId xmlns:a16="http://schemas.microsoft.com/office/drawing/2014/main" id="{AF75EE2C-6C58-EDD3-7833-E82A6E437AA0}"/>
              </a:ext>
            </a:extLst>
          </p:cNvPr>
          <p:cNvSpPr/>
          <p:nvPr/>
        </p:nvSpPr>
        <p:spPr>
          <a:xfrm>
            <a:off x="10694011" y="4611641"/>
            <a:ext cx="4030692" cy="1469559"/>
          </a:xfrm>
          <a:prstGeom prst="ellipse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</a:rPr>
              <a:t>Város befogadja</a:t>
            </a:r>
          </a:p>
        </p:txBody>
      </p:sp>
      <p:sp>
        <p:nvSpPr>
          <p:cNvPr id="30" name="Ellipszis 29">
            <a:extLst>
              <a:ext uri="{FF2B5EF4-FFF2-40B4-BE49-F238E27FC236}">
                <a16:creationId xmlns:a16="http://schemas.microsoft.com/office/drawing/2014/main" id="{A195B3D5-3EF3-7E8A-FAE7-125B5562066E}"/>
              </a:ext>
            </a:extLst>
          </p:cNvPr>
          <p:cNvSpPr/>
          <p:nvPr/>
        </p:nvSpPr>
        <p:spPr>
          <a:xfrm>
            <a:off x="13608793" y="180980"/>
            <a:ext cx="4030692" cy="1469559"/>
          </a:xfrm>
          <a:prstGeom prst="ellipse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>
                <a:solidFill>
                  <a:schemeClr val="tx1"/>
                </a:solidFill>
              </a:rPr>
              <a:t>Állapot alapján változik a turisták</a:t>
            </a:r>
          </a:p>
          <a:p>
            <a:pPr algn="ctr"/>
            <a:r>
              <a:rPr lang="hu-HU" sz="2400" dirty="0">
                <a:solidFill>
                  <a:schemeClr val="tx1"/>
                </a:solidFill>
              </a:rPr>
              <a:t>tényleges létszáma</a:t>
            </a:r>
          </a:p>
        </p:txBody>
      </p:sp>
      <p:sp>
        <p:nvSpPr>
          <p:cNvPr id="31" name="Ellipszis 30">
            <a:extLst>
              <a:ext uri="{FF2B5EF4-FFF2-40B4-BE49-F238E27FC236}">
                <a16:creationId xmlns:a16="http://schemas.microsoft.com/office/drawing/2014/main" id="{389CA922-D44F-E614-7C60-F61A59A140E9}"/>
              </a:ext>
            </a:extLst>
          </p:cNvPr>
          <p:cNvSpPr/>
          <p:nvPr/>
        </p:nvSpPr>
        <p:spPr>
          <a:xfrm>
            <a:off x="12562975" y="8556478"/>
            <a:ext cx="4030692" cy="1815707"/>
          </a:xfrm>
          <a:prstGeom prst="ellipse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</a:rPr>
              <a:t>Város minden turistát befogad</a:t>
            </a:r>
          </a:p>
        </p:txBody>
      </p:sp>
      <p:sp>
        <p:nvSpPr>
          <p:cNvPr id="32" name="Ellipszis 31">
            <a:extLst>
              <a:ext uri="{FF2B5EF4-FFF2-40B4-BE49-F238E27FC236}">
                <a16:creationId xmlns:a16="http://schemas.microsoft.com/office/drawing/2014/main" id="{4DCB2353-D3E5-A5FF-697D-018760285DD1}"/>
              </a:ext>
            </a:extLst>
          </p:cNvPr>
          <p:cNvSpPr/>
          <p:nvPr/>
        </p:nvSpPr>
        <p:spPr>
          <a:xfrm>
            <a:off x="14888481" y="2243425"/>
            <a:ext cx="4030692" cy="1469559"/>
          </a:xfrm>
          <a:prstGeom prst="ellipse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</a:rPr>
              <a:t>Jövedelemhez hozzáad</a:t>
            </a:r>
          </a:p>
        </p:txBody>
      </p:sp>
      <p:sp>
        <p:nvSpPr>
          <p:cNvPr id="33" name="Téglalap 32">
            <a:extLst>
              <a:ext uri="{FF2B5EF4-FFF2-40B4-BE49-F238E27FC236}">
                <a16:creationId xmlns:a16="http://schemas.microsoft.com/office/drawing/2014/main" id="{E5EBC545-69AF-AD1F-8C2F-11578A8DE2FE}"/>
              </a:ext>
            </a:extLst>
          </p:cNvPr>
          <p:cNvSpPr/>
          <p:nvPr/>
        </p:nvSpPr>
        <p:spPr>
          <a:xfrm>
            <a:off x="19704424" y="2556083"/>
            <a:ext cx="2707341" cy="4436388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 33">
            <a:extLst>
              <a:ext uri="{FF2B5EF4-FFF2-40B4-BE49-F238E27FC236}">
                <a16:creationId xmlns:a16="http://schemas.microsoft.com/office/drawing/2014/main" id="{FA64EF65-473B-59E9-1B55-6F74D080D568}"/>
              </a:ext>
            </a:extLst>
          </p:cNvPr>
          <p:cNvSpPr/>
          <p:nvPr/>
        </p:nvSpPr>
        <p:spPr>
          <a:xfrm>
            <a:off x="19894799" y="270791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 34">
            <a:extLst>
              <a:ext uri="{FF2B5EF4-FFF2-40B4-BE49-F238E27FC236}">
                <a16:creationId xmlns:a16="http://schemas.microsoft.com/office/drawing/2014/main" id="{C805BEA3-B577-BA35-BF23-2BCFFED6983F}"/>
              </a:ext>
            </a:extLst>
          </p:cNvPr>
          <p:cNvSpPr/>
          <p:nvPr/>
        </p:nvSpPr>
        <p:spPr>
          <a:xfrm>
            <a:off x="20519556" y="270734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 35">
            <a:extLst>
              <a:ext uri="{FF2B5EF4-FFF2-40B4-BE49-F238E27FC236}">
                <a16:creationId xmlns:a16="http://schemas.microsoft.com/office/drawing/2014/main" id="{A4DDF415-53DD-4167-30D8-234D20DBF53C}"/>
              </a:ext>
            </a:extLst>
          </p:cNvPr>
          <p:cNvSpPr/>
          <p:nvPr/>
        </p:nvSpPr>
        <p:spPr>
          <a:xfrm>
            <a:off x="21096069" y="270734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 36">
            <a:extLst>
              <a:ext uri="{FF2B5EF4-FFF2-40B4-BE49-F238E27FC236}">
                <a16:creationId xmlns:a16="http://schemas.microsoft.com/office/drawing/2014/main" id="{F956FFC0-F8F6-B658-BB58-595346C08D3F}"/>
              </a:ext>
            </a:extLst>
          </p:cNvPr>
          <p:cNvSpPr/>
          <p:nvPr/>
        </p:nvSpPr>
        <p:spPr>
          <a:xfrm>
            <a:off x="21716021" y="270734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Téglalap 37">
            <a:extLst>
              <a:ext uri="{FF2B5EF4-FFF2-40B4-BE49-F238E27FC236}">
                <a16:creationId xmlns:a16="http://schemas.microsoft.com/office/drawing/2014/main" id="{6D60B0C0-6466-AEA0-2A1D-C9C1412ABEC5}"/>
              </a:ext>
            </a:extLst>
          </p:cNvPr>
          <p:cNvSpPr/>
          <p:nvPr/>
        </p:nvSpPr>
        <p:spPr>
          <a:xfrm>
            <a:off x="19894799" y="339477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 38">
            <a:extLst>
              <a:ext uri="{FF2B5EF4-FFF2-40B4-BE49-F238E27FC236}">
                <a16:creationId xmlns:a16="http://schemas.microsoft.com/office/drawing/2014/main" id="{EA846287-A518-4EB6-3364-1FF2A9B99A47}"/>
              </a:ext>
            </a:extLst>
          </p:cNvPr>
          <p:cNvSpPr/>
          <p:nvPr/>
        </p:nvSpPr>
        <p:spPr>
          <a:xfrm>
            <a:off x="20519556" y="339420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 39">
            <a:extLst>
              <a:ext uri="{FF2B5EF4-FFF2-40B4-BE49-F238E27FC236}">
                <a16:creationId xmlns:a16="http://schemas.microsoft.com/office/drawing/2014/main" id="{EC3E5915-ABDD-4B61-1AFF-47AFD9AF2F73}"/>
              </a:ext>
            </a:extLst>
          </p:cNvPr>
          <p:cNvSpPr/>
          <p:nvPr/>
        </p:nvSpPr>
        <p:spPr>
          <a:xfrm>
            <a:off x="21096069" y="339420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 40">
            <a:extLst>
              <a:ext uri="{FF2B5EF4-FFF2-40B4-BE49-F238E27FC236}">
                <a16:creationId xmlns:a16="http://schemas.microsoft.com/office/drawing/2014/main" id="{0E2D2AF6-F37D-6CA1-0C30-58BCDFBB02CE}"/>
              </a:ext>
            </a:extLst>
          </p:cNvPr>
          <p:cNvSpPr/>
          <p:nvPr/>
        </p:nvSpPr>
        <p:spPr>
          <a:xfrm>
            <a:off x="21716021" y="339420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 41">
            <a:extLst>
              <a:ext uri="{FF2B5EF4-FFF2-40B4-BE49-F238E27FC236}">
                <a16:creationId xmlns:a16="http://schemas.microsoft.com/office/drawing/2014/main" id="{94924CB7-5C3E-D43E-A59A-0FB53C049FAF}"/>
              </a:ext>
            </a:extLst>
          </p:cNvPr>
          <p:cNvSpPr/>
          <p:nvPr/>
        </p:nvSpPr>
        <p:spPr>
          <a:xfrm>
            <a:off x="19894799" y="407731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 42">
            <a:extLst>
              <a:ext uri="{FF2B5EF4-FFF2-40B4-BE49-F238E27FC236}">
                <a16:creationId xmlns:a16="http://schemas.microsoft.com/office/drawing/2014/main" id="{9BF6993A-A045-306B-8526-665AC90A5179}"/>
              </a:ext>
            </a:extLst>
          </p:cNvPr>
          <p:cNvSpPr/>
          <p:nvPr/>
        </p:nvSpPr>
        <p:spPr>
          <a:xfrm>
            <a:off x="20519556" y="407674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 43">
            <a:extLst>
              <a:ext uri="{FF2B5EF4-FFF2-40B4-BE49-F238E27FC236}">
                <a16:creationId xmlns:a16="http://schemas.microsoft.com/office/drawing/2014/main" id="{D5860920-683D-B187-9FAA-3190C4C05D9E}"/>
              </a:ext>
            </a:extLst>
          </p:cNvPr>
          <p:cNvSpPr/>
          <p:nvPr/>
        </p:nvSpPr>
        <p:spPr>
          <a:xfrm>
            <a:off x="21096069" y="407674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 44">
            <a:extLst>
              <a:ext uri="{FF2B5EF4-FFF2-40B4-BE49-F238E27FC236}">
                <a16:creationId xmlns:a16="http://schemas.microsoft.com/office/drawing/2014/main" id="{A5934E28-CFB6-D91B-4275-31622FBAABFC}"/>
              </a:ext>
            </a:extLst>
          </p:cNvPr>
          <p:cNvSpPr/>
          <p:nvPr/>
        </p:nvSpPr>
        <p:spPr>
          <a:xfrm>
            <a:off x="21716021" y="407674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Téglalap 45">
            <a:extLst>
              <a:ext uri="{FF2B5EF4-FFF2-40B4-BE49-F238E27FC236}">
                <a16:creationId xmlns:a16="http://schemas.microsoft.com/office/drawing/2014/main" id="{B08754FA-93EF-9346-DCEA-EC977A90E5F7}"/>
              </a:ext>
            </a:extLst>
          </p:cNvPr>
          <p:cNvSpPr/>
          <p:nvPr/>
        </p:nvSpPr>
        <p:spPr>
          <a:xfrm>
            <a:off x="19894799" y="4706875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7" name="Téglalap 46">
            <a:extLst>
              <a:ext uri="{FF2B5EF4-FFF2-40B4-BE49-F238E27FC236}">
                <a16:creationId xmlns:a16="http://schemas.microsoft.com/office/drawing/2014/main" id="{6F4E210D-9C7B-E695-3C28-24A82A06F1C4}"/>
              </a:ext>
            </a:extLst>
          </p:cNvPr>
          <p:cNvSpPr/>
          <p:nvPr/>
        </p:nvSpPr>
        <p:spPr>
          <a:xfrm>
            <a:off x="20519556" y="4706305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 47">
            <a:extLst>
              <a:ext uri="{FF2B5EF4-FFF2-40B4-BE49-F238E27FC236}">
                <a16:creationId xmlns:a16="http://schemas.microsoft.com/office/drawing/2014/main" id="{FC1D0434-7019-9F24-CC9B-8A8465AB1C90}"/>
              </a:ext>
            </a:extLst>
          </p:cNvPr>
          <p:cNvSpPr/>
          <p:nvPr/>
        </p:nvSpPr>
        <p:spPr>
          <a:xfrm>
            <a:off x="21096069" y="4706305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9" name="Téglalap 48">
            <a:extLst>
              <a:ext uri="{FF2B5EF4-FFF2-40B4-BE49-F238E27FC236}">
                <a16:creationId xmlns:a16="http://schemas.microsoft.com/office/drawing/2014/main" id="{2A19462D-AF2A-2FF1-2C88-E2F9FA5D127A}"/>
              </a:ext>
            </a:extLst>
          </p:cNvPr>
          <p:cNvSpPr/>
          <p:nvPr/>
        </p:nvSpPr>
        <p:spPr>
          <a:xfrm>
            <a:off x="21716021" y="4706305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Téglalap 49">
            <a:extLst>
              <a:ext uri="{FF2B5EF4-FFF2-40B4-BE49-F238E27FC236}">
                <a16:creationId xmlns:a16="http://schemas.microsoft.com/office/drawing/2014/main" id="{726B657B-1F7F-36A8-464C-A8CCC6013475}"/>
              </a:ext>
            </a:extLst>
          </p:cNvPr>
          <p:cNvSpPr/>
          <p:nvPr/>
        </p:nvSpPr>
        <p:spPr>
          <a:xfrm>
            <a:off x="19894799" y="5336437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1" name="Téglalap 50">
            <a:extLst>
              <a:ext uri="{FF2B5EF4-FFF2-40B4-BE49-F238E27FC236}">
                <a16:creationId xmlns:a16="http://schemas.microsoft.com/office/drawing/2014/main" id="{4F3D6168-C54A-B77F-4238-61EDD0A1B9E3}"/>
              </a:ext>
            </a:extLst>
          </p:cNvPr>
          <p:cNvSpPr/>
          <p:nvPr/>
        </p:nvSpPr>
        <p:spPr>
          <a:xfrm>
            <a:off x="20519556" y="5335867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2" name="Téglalap 51">
            <a:extLst>
              <a:ext uri="{FF2B5EF4-FFF2-40B4-BE49-F238E27FC236}">
                <a16:creationId xmlns:a16="http://schemas.microsoft.com/office/drawing/2014/main" id="{42EDDCDD-5700-6A73-2BDB-683168D6F337}"/>
              </a:ext>
            </a:extLst>
          </p:cNvPr>
          <p:cNvSpPr/>
          <p:nvPr/>
        </p:nvSpPr>
        <p:spPr>
          <a:xfrm>
            <a:off x="21096069" y="5335867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3" name="Téglalap 52">
            <a:extLst>
              <a:ext uri="{FF2B5EF4-FFF2-40B4-BE49-F238E27FC236}">
                <a16:creationId xmlns:a16="http://schemas.microsoft.com/office/drawing/2014/main" id="{D9DD94D3-63FA-65BE-ACB3-EEA4729CB99C}"/>
              </a:ext>
            </a:extLst>
          </p:cNvPr>
          <p:cNvSpPr/>
          <p:nvPr/>
        </p:nvSpPr>
        <p:spPr>
          <a:xfrm>
            <a:off x="21716021" y="5335867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4" name="Téglalap 53">
            <a:extLst>
              <a:ext uri="{FF2B5EF4-FFF2-40B4-BE49-F238E27FC236}">
                <a16:creationId xmlns:a16="http://schemas.microsoft.com/office/drawing/2014/main" id="{48515C11-8AF9-1C83-C3C6-DF19B93FDA4C}"/>
              </a:ext>
            </a:extLst>
          </p:cNvPr>
          <p:cNvSpPr/>
          <p:nvPr/>
        </p:nvSpPr>
        <p:spPr>
          <a:xfrm>
            <a:off x="19894799" y="6051581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5" name="Téglalap 54">
            <a:extLst>
              <a:ext uri="{FF2B5EF4-FFF2-40B4-BE49-F238E27FC236}">
                <a16:creationId xmlns:a16="http://schemas.microsoft.com/office/drawing/2014/main" id="{C4EE0AED-9C93-4AE4-419D-3E87A6E735E9}"/>
              </a:ext>
            </a:extLst>
          </p:cNvPr>
          <p:cNvSpPr/>
          <p:nvPr/>
        </p:nvSpPr>
        <p:spPr>
          <a:xfrm>
            <a:off x="20519556" y="6347011"/>
            <a:ext cx="433073" cy="645459"/>
          </a:xfrm>
          <a:prstGeom prst="rect">
            <a:avLst/>
          </a:prstGeom>
          <a:solidFill>
            <a:srgbClr val="500000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6" name="Téglalap 55">
            <a:extLst>
              <a:ext uri="{FF2B5EF4-FFF2-40B4-BE49-F238E27FC236}">
                <a16:creationId xmlns:a16="http://schemas.microsoft.com/office/drawing/2014/main" id="{315F32E5-455D-DEC8-C68E-7BB88EFB7804}"/>
              </a:ext>
            </a:extLst>
          </p:cNvPr>
          <p:cNvSpPr/>
          <p:nvPr/>
        </p:nvSpPr>
        <p:spPr>
          <a:xfrm>
            <a:off x="21096069" y="6051011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7" name="Téglalap 56">
            <a:extLst>
              <a:ext uri="{FF2B5EF4-FFF2-40B4-BE49-F238E27FC236}">
                <a16:creationId xmlns:a16="http://schemas.microsoft.com/office/drawing/2014/main" id="{C7AA8CC3-F4E5-A7EA-6F58-005E5427D0DF}"/>
              </a:ext>
            </a:extLst>
          </p:cNvPr>
          <p:cNvSpPr/>
          <p:nvPr/>
        </p:nvSpPr>
        <p:spPr>
          <a:xfrm>
            <a:off x="21716021" y="6051011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4" name="Szövegdoboz 83">
            <a:extLst>
              <a:ext uri="{FF2B5EF4-FFF2-40B4-BE49-F238E27FC236}">
                <a16:creationId xmlns:a16="http://schemas.microsoft.com/office/drawing/2014/main" id="{6DA67CE7-E74E-7340-FA39-585772CD2C5A}"/>
              </a:ext>
            </a:extLst>
          </p:cNvPr>
          <p:cNvSpPr txBox="1"/>
          <p:nvPr/>
        </p:nvSpPr>
        <p:spPr>
          <a:xfrm>
            <a:off x="19982493" y="7062155"/>
            <a:ext cx="13040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dirty="0"/>
              <a:t>Város</a:t>
            </a:r>
          </a:p>
        </p:txBody>
      </p:sp>
      <p:cxnSp>
        <p:nvCxnSpPr>
          <p:cNvPr id="86" name="Egyenes összekötő nyíllal 85">
            <a:extLst>
              <a:ext uri="{FF2B5EF4-FFF2-40B4-BE49-F238E27FC236}">
                <a16:creationId xmlns:a16="http://schemas.microsoft.com/office/drawing/2014/main" id="{63DC07A7-693B-BA64-07D8-5453165C8716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3513428" y="3657276"/>
            <a:ext cx="1129636" cy="18088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gyenes összekötő nyíllal 89">
            <a:extLst>
              <a:ext uri="{FF2B5EF4-FFF2-40B4-BE49-F238E27FC236}">
                <a16:creationId xmlns:a16="http://schemas.microsoft.com/office/drawing/2014/main" id="{E708330B-0F49-7D4A-4A9C-9673D0439660}"/>
              </a:ext>
            </a:extLst>
          </p:cNvPr>
          <p:cNvCxnSpPr>
            <a:cxnSpLocks/>
            <a:stCxn id="28" idx="6"/>
            <a:endCxn id="29" idx="2"/>
          </p:cNvCxnSpPr>
          <p:nvPr/>
        </p:nvCxnSpPr>
        <p:spPr>
          <a:xfrm>
            <a:off x="7877608" y="3657276"/>
            <a:ext cx="2816403" cy="1689145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zövegdoboz 95">
            <a:extLst>
              <a:ext uri="{FF2B5EF4-FFF2-40B4-BE49-F238E27FC236}">
                <a16:creationId xmlns:a16="http://schemas.microsoft.com/office/drawing/2014/main" id="{4D84CC31-B69E-6D9F-62FE-A96E18FD3D3E}"/>
              </a:ext>
            </a:extLst>
          </p:cNvPr>
          <p:cNvSpPr txBox="1"/>
          <p:nvPr/>
        </p:nvSpPr>
        <p:spPr>
          <a:xfrm>
            <a:off x="8032777" y="3055302"/>
            <a:ext cx="1697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&lt;&lt;</a:t>
            </a:r>
            <a:r>
              <a:rPr lang="hu-HU" sz="2400" dirty="0" err="1"/>
              <a:t>invoke</a:t>
            </a:r>
            <a:r>
              <a:rPr lang="hu-HU" sz="2400" dirty="0"/>
              <a:t>&gt;&gt;</a:t>
            </a:r>
          </a:p>
        </p:txBody>
      </p:sp>
      <p:grpSp>
        <p:nvGrpSpPr>
          <p:cNvPr id="144" name="Csoportba foglalás 143">
            <a:extLst>
              <a:ext uri="{FF2B5EF4-FFF2-40B4-BE49-F238E27FC236}">
                <a16:creationId xmlns:a16="http://schemas.microsoft.com/office/drawing/2014/main" id="{783F4F16-0783-A481-169D-D21F1DE605D0}"/>
              </a:ext>
            </a:extLst>
          </p:cNvPr>
          <p:cNvGrpSpPr/>
          <p:nvPr/>
        </p:nvGrpSpPr>
        <p:grpSpPr>
          <a:xfrm>
            <a:off x="11531263" y="1435327"/>
            <a:ext cx="2667811" cy="3176314"/>
            <a:chOff x="11531263" y="1435327"/>
            <a:chExt cx="2667811" cy="3176314"/>
          </a:xfrm>
        </p:grpSpPr>
        <p:sp>
          <p:nvSpPr>
            <p:cNvPr id="97" name="Szövegdoboz 96">
              <a:extLst>
                <a:ext uri="{FF2B5EF4-FFF2-40B4-BE49-F238E27FC236}">
                  <a16:creationId xmlns:a16="http://schemas.microsoft.com/office/drawing/2014/main" id="{73A53473-8037-2F51-B395-5BEC9293CFDC}"/>
                </a:ext>
              </a:extLst>
            </p:cNvPr>
            <p:cNvSpPr txBox="1"/>
            <p:nvPr/>
          </p:nvSpPr>
          <p:spPr>
            <a:xfrm>
              <a:off x="11531263" y="2795043"/>
              <a:ext cx="1697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2400" dirty="0"/>
                <a:t>&lt;&lt;</a:t>
              </a:r>
              <a:r>
                <a:rPr lang="hu-HU" sz="2400" dirty="0" err="1"/>
                <a:t>invoke</a:t>
              </a:r>
              <a:r>
                <a:rPr lang="hu-HU" sz="2400" dirty="0"/>
                <a:t>&gt;&gt;</a:t>
              </a:r>
            </a:p>
          </p:txBody>
        </p:sp>
        <p:cxnSp>
          <p:nvCxnSpPr>
            <p:cNvPr id="98" name="Egyenes összekötő nyíllal 97">
              <a:extLst>
                <a:ext uri="{FF2B5EF4-FFF2-40B4-BE49-F238E27FC236}">
                  <a16:creationId xmlns:a16="http://schemas.microsoft.com/office/drawing/2014/main" id="{D21293AD-4239-02D3-3B6D-120005C4D838}"/>
                </a:ext>
              </a:extLst>
            </p:cNvPr>
            <p:cNvCxnSpPr>
              <a:cxnSpLocks/>
              <a:stCxn id="29" idx="0"/>
              <a:endCxn id="30" idx="3"/>
            </p:cNvCxnSpPr>
            <p:nvPr/>
          </p:nvCxnSpPr>
          <p:spPr>
            <a:xfrm flipV="1">
              <a:off x="12709357" y="1435327"/>
              <a:ext cx="1489717" cy="3176314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Csoportba foglalás 141">
            <a:extLst>
              <a:ext uri="{FF2B5EF4-FFF2-40B4-BE49-F238E27FC236}">
                <a16:creationId xmlns:a16="http://schemas.microsoft.com/office/drawing/2014/main" id="{E68B2572-95FD-CDDD-AF9E-3F41146C6D69}"/>
              </a:ext>
            </a:extLst>
          </p:cNvPr>
          <p:cNvGrpSpPr/>
          <p:nvPr/>
        </p:nvGrpSpPr>
        <p:grpSpPr>
          <a:xfrm>
            <a:off x="14134422" y="2978205"/>
            <a:ext cx="1961905" cy="1848648"/>
            <a:chOff x="14134422" y="2978205"/>
            <a:chExt cx="1961905" cy="1848648"/>
          </a:xfrm>
        </p:grpSpPr>
        <p:cxnSp>
          <p:nvCxnSpPr>
            <p:cNvPr id="93" name="Egyenes összekötő nyíllal 92">
              <a:extLst>
                <a:ext uri="{FF2B5EF4-FFF2-40B4-BE49-F238E27FC236}">
                  <a16:creationId xmlns:a16="http://schemas.microsoft.com/office/drawing/2014/main" id="{C3CD3270-0551-E271-2DD2-DA8CF269E864}"/>
                </a:ext>
              </a:extLst>
            </p:cNvPr>
            <p:cNvCxnSpPr>
              <a:cxnSpLocks/>
              <a:stCxn id="29" idx="7"/>
              <a:endCxn id="32" idx="2"/>
            </p:cNvCxnSpPr>
            <p:nvPr/>
          </p:nvCxnSpPr>
          <p:spPr>
            <a:xfrm flipV="1">
              <a:off x="14134422" y="2978205"/>
              <a:ext cx="754059" cy="1848648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Szövegdoboz 100">
              <a:extLst>
                <a:ext uri="{FF2B5EF4-FFF2-40B4-BE49-F238E27FC236}">
                  <a16:creationId xmlns:a16="http://schemas.microsoft.com/office/drawing/2014/main" id="{A9A497CA-6329-F745-D47A-D354A2625C70}"/>
                </a:ext>
              </a:extLst>
            </p:cNvPr>
            <p:cNvSpPr txBox="1"/>
            <p:nvPr/>
          </p:nvSpPr>
          <p:spPr>
            <a:xfrm>
              <a:off x="14399067" y="3932218"/>
              <a:ext cx="1697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2400" dirty="0"/>
                <a:t>&lt;&lt;</a:t>
              </a:r>
              <a:r>
                <a:rPr lang="hu-HU" sz="2400" dirty="0" err="1"/>
                <a:t>invoke</a:t>
              </a:r>
              <a:r>
                <a:rPr lang="hu-HU" sz="2400" dirty="0"/>
                <a:t>&gt;&gt;</a:t>
              </a:r>
            </a:p>
          </p:txBody>
        </p:sp>
      </p:grpSp>
      <p:grpSp>
        <p:nvGrpSpPr>
          <p:cNvPr id="143" name="Csoportba foglalás 142">
            <a:extLst>
              <a:ext uri="{FF2B5EF4-FFF2-40B4-BE49-F238E27FC236}">
                <a16:creationId xmlns:a16="http://schemas.microsoft.com/office/drawing/2014/main" id="{3650D1D9-A735-EE5B-9454-D1A387A7A188}"/>
              </a:ext>
            </a:extLst>
          </p:cNvPr>
          <p:cNvGrpSpPr/>
          <p:nvPr/>
        </p:nvGrpSpPr>
        <p:grpSpPr>
          <a:xfrm>
            <a:off x="16903827" y="1435327"/>
            <a:ext cx="2123564" cy="808098"/>
            <a:chOff x="16903827" y="1435327"/>
            <a:chExt cx="2123564" cy="808098"/>
          </a:xfrm>
        </p:grpSpPr>
        <p:cxnSp>
          <p:nvCxnSpPr>
            <p:cNvPr id="102" name="Egyenes összekötő nyíllal 101">
              <a:extLst>
                <a:ext uri="{FF2B5EF4-FFF2-40B4-BE49-F238E27FC236}">
                  <a16:creationId xmlns:a16="http://schemas.microsoft.com/office/drawing/2014/main" id="{F36B1168-8B22-A190-76B2-BB87EF0BC5C9}"/>
                </a:ext>
              </a:extLst>
            </p:cNvPr>
            <p:cNvCxnSpPr>
              <a:cxnSpLocks/>
              <a:stCxn id="30" idx="5"/>
              <a:endCxn id="32" idx="0"/>
            </p:cNvCxnSpPr>
            <p:nvPr/>
          </p:nvCxnSpPr>
          <p:spPr>
            <a:xfrm flipH="1">
              <a:off x="16903827" y="1435327"/>
              <a:ext cx="145377" cy="808098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Szövegdoboz 105">
              <a:extLst>
                <a:ext uri="{FF2B5EF4-FFF2-40B4-BE49-F238E27FC236}">
                  <a16:creationId xmlns:a16="http://schemas.microsoft.com/office/drawing/2014/main" id="{A249B9B9-7E22-46E2-9F16-F04F5C144A7D}"/>
                </a:ext>
              </a:extLst>
            </p:cNvPr>
            <p:cNvSpPr txBox="1"/>
            <p:nvPr/>
          </p:nvSpPr>
          <p:spPr>
            <a:xfrm>
              <a:off x="16940986" y="1604808"/>
              <a:ext cx="20864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2400" dirty="0"/>
                <a:t>&lt;&lt;</a:t>
              </a:r>
              <a:r>
                <a:rPr lang="hu-HU" sz="2400" dirty="0" err="1"/>
                <a:t>precedes</a:t>
              </a:r>
              <a:r>
                <a:rPr lang="hu-HU" sz="2400" dirty="0"/>
                <a:t>&gt;&gt;</a:t>
              </a:r>
            </a:p>
          </p:txBody>
        </p:sp>
      </p:grpSp>
      <p:cxnSp>
        <p:nvCxnSpPr>
          <p:cNvPr id="126" name="Egyenes összekötő nyíllal 125">
            <a:extLst>
              <a:ext uri="{FF2B5EF4-FFF2-40B4-BE49-F238E27FC236}">
                <a16:creationId xmlns:a16="http://schemas.microsoft.com/office/drawing/2014/main" id="{A1DB97F8-7AA8-775B-693F-9518B6B945A6}"/>
              </a:ext>
            </a:extLst>
          </p:cNvPr>
          <p:cNvCxnSpPr>
            <a:cxnSpLocks/>
            <a:stCxn id="29" idx="4"/>
            <a:endCxn id="31" idx="0"/>
          </p:cNvCxnSpPr>
          <p:nvPr/>
        </p:nvCxnSpPr>
        <p:spPr>
          <a:xfrm>
            <a:off x="12709357" y="6081200"/>
            <a:ext cx="1868964" cy="2475278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Szövegdoboz 128">
            <a:extLst>
              <a:ext uri="{FF2B5EF4-FFF2-40B4-BE49-F238E27FC236}">
                <a16:creationId xmlns:a16="http://schemas.microsoft.com/office/drawing/2014/main" id="{D195D551-6832-FDD6-73E8-D864F0BC602B}"/>
              </a:ext>
            </a:extLst>
          </p:cNvPr>
          <p:cNvSpPr txBox="1"/>
          <p:nvPr/>
        </p:nvSpPr>
        <p:spPr>
          <a:xfrm>
            <a:off x="11243401" y="7155902"/>
            <a:ext cx="2086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&lt;&lt;</a:t>
            </a:r>
            <a:r>
              <a:rPr lang="hu-HU" sz="2400" dirty="0" err="1"/>
              <a:t>precedes</a:t>
            </a:r>
            <a:r>
              <a:rPr lang="hu-HU" sz="2400" dirty="0"/>
              <a:t>&gt;&gt;</a:t>
            </a:r>
          </a:p>
        </p:txBody>
      </p:sp>
      <p:cxnSp>
        <p:nvCxnSpPr>
          <p:cNvPr id="132" name="Egyenes összekötő nyíllal 131">
            <a:extLst>
              <a:ext uri="{FF2B5EF4-FFF2-40B4-BE49-F238E27FC236}">
                <a16:creationId xmlns:a16="http://schemas.microsoft.com/office/drawing/2014/main" id="{72D20DF7-48F1-BD71-009D-4A379996AB90}"/>
              </a:ext>
            </a:extLst>
          </p:cNvPr>
          <p:cNvCxnSpPr>
            <a:cxnSpLocks/>
            <a:stCxn id="32" idx="5"/>
          </p:cNvCxnSpPr>
          <p:nvPr/>
        </p:nvCxnSpPr>
        <p:spPr>
          <a:xfrm>
            <a:off x="18328892" y="3497772"/>
            <a:ext cx="477927" cy="793553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Egyenes összekötő nyíllal 134">
            <a:extLst>
              <a:ext uri="{FF2B5EF4-FFF2-40B4-BE49-F238E27FC236}">
                <a16:creationId xmlns:a16="http://schemas.microsoft.com/office/drawing/2014/main" id="{2C337F47-DB75-401E-25FA-3B964ADB2CAA}"/>
              </a:ext>
            </a:extLst>
          </p:cNvPr>
          <p:cNvCxnSpPr>
            <a:cxnSpLocks/>
            <a:stCxn id="29" idx="6"/>
          </p:cNvCxnSpPr>
          <p:nvPr/>
        </p:nvCxnSpPr>
        <p:spPr>
          <a:xfrm flipV="1">
            <a:off x="14724703" y="5332794"/>
            <a:ext cx="3671449" cy="1362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Egyenes összekötő nyíllal 137">
            <a:extLst>
              <a:ext uri="{FF2B5EF4-FFF2-40B4-BE49-F238E27FC236}">
                <a16:creationId xmlns:a16="http://schemas.microsoft.com/office/drawing/2014/main" id="{84BE1B2E-7C6E-FA66-DE84-37D786CCC015}"/>
              </a:ext>
            </a:extLst>
          </p:cNvPr>
          <p:cNvCxnSpPr>
            <a:cxnSpLocks/>
            <a:endCxn id="31" idx="7"/>
          </p:cNvCxnSpPr>
          <p:nvPr/>
        </p:nvCxnSpPr>
        <p:spPr>
          <a:xfrm flipH="1">
            <a:off x="16003386" y="7062155"/>
            <a:ext cx="2564469" cy="176022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560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Egyenes összekötő nyíllal 59">
            <a:extLst>
              <a:ext uri="{FF2B5EF4-FFF2-40B4-BE49-F238E27FC236}">
                <a16:creationId xmlns:a16="http://schemas.microsoft.com/office/drawing/2014/main" id="{BBE9461A-AB2C-3B54-A356-B3E9F5EF1B24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10255670" y="2375508"/>
            <a:ext cx="0" cy="8582004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Egyenes összekötő nyíllal 61">
            <a:extLst>
              <a:ext uri="{FF2B5EF4-FFF2-40B4-BE49-F238E27FC236}">
                <a16:creationId xmlns:a16="http://schemas.microsoft.com/office/drawing/2014/main" id="{4E15786B-C6D8-CA09-95FE-97D2BC178801}"/>
              </a:ext>
            </a:extLst>
          </p:cNvPr>
          <p:cNvCxnSpPr>
            <a:cxnSpLocks/>
          </p:cNvCxnSpPr>
          <p:nvPr/>
        </p:nvCxnSpPr>
        <p:spPr>
          <a:xfrm flipV="1">
            <a:off x="15545802" y="2345082"/>
            <a:ext cx="0" cy="10080000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gyenes összekötő nyíllal 23">
            <a:extLst>
              <a:ext uri="{FF2B5EF4-FFF2-40B4-BE49-F238E27FC236}">
                <a16:creationId xmlns:a16="http://schemas.microsoft.com/office/drawing/2014/main" id="{2650088C-AA59-D913-F046-EE2F2DABE5A4}"/>
              </a:ext>
            </a:extLst>
          </p:cNvPr>
          <p:cNvCxnSpPr>
            <a:cxnSpLocks/>
          </p:cNvCxnSpPr>
          <p:nvPr/>
        </p:nvCxnSpPr>
        <p:spPr>
          <a:xfrm flipV="1">
            <a:off x="5793794" y="3498276"/>
            <a:ext cx="81144" cy="7396991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lipszis 3">
            <a:extLst>
              <a:ext uri="{FF2B5EF4-FFF2-40B4-BE49-F238E27FC236}">
                <a16:creationId xmlns:a16="http://schemas.microsoft.com/office/drawing/2014/main" id="{811ECCEA-2A4F-8FAB-8AEE-8F07EFE9F1AE}"/>
              </a:ext>
            </a:extLst>
          </p:cNvPr>
          <p:cNvSpPr/>
          <p:nvPr/>
        </p:nvSpPr>
        <p:spPr>
          <a:xfrm>
            <a:off x="5484868" y="632095"/>
            <a:ext cx="656580" cy="656580"/>
          </a:xfrm>
          <a:prstGeom prst="ellipse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5" name="Egyenes összekötő 4">
            <a:extLst>
              <a:ext uri="{FF2B5EF4-FFF2-40B4-BE49-F238E27FC236}">
                <a16:creationId xmlns:a16="http://schemas.microsoft.com/office/drawing/2014/main" id="{1F2B4CD1-726C-51CF-9076-166CE1F07592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5813158" y="1288675"/>
            <a:ext cx="0" cy="93300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326B57E1-8D3F-3C30-FB48-6BAD876582D2}"/>
              </a:ext>
            </a:extLst>
          </p:cNvPr>
          <p:cNvCxnSpPr>
            <a:cxnSpLocks/>
          </p:cNvCxnSpPr>
          <p:nvPr/>
        </p:nvCxnSpPr>
        <p:spPr>
          <a:xfrm flipH="1">
            <a:off x="5396754" y="2221676"/>
            <a:ext cx="416404" cy="71521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AC63A1CD-6F7C-E957-D04D-F87BED9D2E1A}"/>
              </a:ext>
            </a:extLst>
          </p:cNvPr>
          <p:cNvCxnSpPr>
            <a:cxnSpLocks/>
          </p:cNvCxnSpPr>
          <p:nvPr/>
        </p:nvCxnSpPr>
        <p:spPr>
          <a:xfrm>
            <a:off x="5813158" y="2221676"/>
            <a:ext cx="416404" cy="71521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5367375F-61A8-5B79-B44B-C441CC1FB4EA}"/>
              </a:ext>
            </a:extLst>
          </p:cNvPr>
          <p:cNvCxnSpPr>
            <a:cxnSpLocks/>
          </p:cNvCxnSpPr>
          <p:nvPr/>
        </p:nvCxnSpPr>
        <p:spPr>
          <a:xfrm flipV="1">
            <a:off x="5813158" y="1288675"/>
            <a:ext cx="538052" cy="37161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96AD7A8A-426F-8370-149C-3BFF2E8F9501}"/>
              </a:ext>
            </a:extLst>
          </p:cNvPr>
          <p:cNvCxnSpPr>
            <a:cxnSpLocks/>
          </p:cNvCxnSpPr>
          <p:nvPr/>
        </p:nvCxnSpPr>
        <p:spPr>
          <a:xfrm flipH="1" flipV="1">
            <a:off x="5275105" y="1288675"/>
            <a:ext cx="538052" cy="37161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zövegdoboz 9">
            <a:extLst>
              <a:ext uri="{FF2B5EF4-FFF2-40B4-BE49-F238E27FC236}">
                <a16:creationId xmlns:a16="http://schemas.microsoft.com/office/drawing/2014/main" id="{8CD2C475-EB85-5960-A536-94D637C2226C}"/>
              </a:ext>
            </a:extLst>
          </p:cNvPr>
          <p:cNvSpPr txBox="1"/>
          <p:nvPr/>
        </p:nvSpPr>
        <p:spPr>
          <a:xfrm>
            <a:off x="4433376" y="2919518"/>
            <a:ext cx="2955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dirty="0"/>
              <a:t>Városvezetés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FE9752E6-9A62-088A-220A-FA58D0B448DC}"/>
              </a:ext>
            </a:extLst>
          </p:cNvPr>
          <p:cNvSpPr/>
          <p:nvPr/>
        </p:nvSpPr>
        <p:spPr>
          <a:xfrm>
            <a:off x="8751221" y="1660292"/>
            <a:ext cx="3008898" cy="715216"/>
          </a:xfrm>
          <a:prstGeom prst="rect">
            <a:avLst/>
          </a:prstGeom>
          <a:solidFill>
            <a:srgbClr val="FFE699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chemeClr val="tx1"/>
                </a:solidFill>
              </a:rPr>
              <a:t>varos : Varos</a:t>
            </a:r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51D110F6-EB4C-1C80-959E-AFD43A73BBAD}"/>
              </a:ext>
            </a:extLst>
          </p:cNvPr>
          <p:cNvSpPr/>
          <p:nvPr/>
        </p:nvSpPr>
        <p:spPr>
          <a:xfrm>
            <a:off x="13773282" y="1666220"/>
            <a:ext cx="3545040" cy="715216"/>
          </a:xfrm>
          <a:prstGeom prst="rect">
            <a:avLst/>
          </a:prstGeom>
          <a:solidFill>
            <a:srgbClr val="FFE699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chemeClr val="tx1"/>
                </a:solidFill>
              </a:rPr>
              <a:t>allapot :Allapot</a:t>
            </a:r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9A9144CB-BD90-ADFC-E2D9-775113965AEF}"/>
              </a:ext>
            </a:extLst>
          </p:cNvPr>
          <p:cNvSpPr/>
          <p:nvPr/>
        </p:nvSpPr>
        <p:spPr>
          <a:xfrm>
            <a:off x="5484868" y="3869893"/>
            <a:ext cx="690282" cy="1257919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0CA85820-D628-849D-5196-E08396583A82}"/>
              </a:ext>
            </a:extLst>
          </p:cNvPr>
          <p:cNvSpPr/>
          <p:nvPr/>
        </p:nvSpPr>
        <p:spPr>
          <a:xfrm>
            <a:off x="9910529" y="3869893"/>
            <a:ext cx="690282" cy="2871566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EAC4AFAA-F44C-2F0C-F2F4-23E70F04E8E4}"/>
              </a:ext>
            </a:extLst>
          </p:cNvPr>
          <p:cNvSpPr/>
          <p:nvPr/>
        </p:nvSpPr>
        <p:spPr>
          <a:xfrm>
            <a:off x="10255670" y="5242701"/>
            <a:ext cx="690282" cy="1350058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0457EA76-D355-04EE-935A-C45DC7A7FC78}"/>
              </a:ext>
            </a:extLst>
          </p:cNvPr>
          <p:cNvSpPr/>
          <p:nvPr/>
        </p:nvSpPr>
        <p:spPr>
          <a:xfrm>
            <a:off x="15200661" y="3869893"/>
            <a:ext cx="690282" cy="1257919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A1CC824E-66AC-E1B2-4843-D5408F4372CE}"/>
              </a:ext>
            </a:extLst>
          </p:cNvPr>
          <p:cNvSpPr/>
          <p:nvPr/>
        </p:nvSpPr>
        <p:spPr>
          <a:xfrm>
            <a:off x="9910529" y="7106151"/>
            <a:ext cx="690282" cy="2871566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DED0EF75-E020-5053-9145-60C11C33E221}"/>
              </a:ext>
            </a:extLst>
          </p:cNvPr>
          <p:cNvSpPr/>
          <p:nvPr/>
        </p:nvSpPr>
        <p:spPr>
          <a:xfrm>
            <a:off x="10255670" y="8478959"/>
            <a:ext cx="690282" cy="1350058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76760D69-F935-1262-1E34-47ACAA0E1B1E}"/>
              </a:ext>
            </a:extLst>
          </p:cNvPr>
          <p:cNvSpPr/>
          <p:nvPr/>
        </p:nvSpPr>
        <p:spPr>
          <a:xfrm>
            <a:off x="5468015" y="7106151"/>
            <a:ext cx="690282" cy="1257919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4A68A048-5C3C-8E17-E27E-1CC568D94E72}"/>
              </a:ext>
            </a:extLst>
          </p:cNvPr>
          <p:cNvSpPr/>
          <p:nvPr/>
        </p:nvSpPr>
        <p:spPr>
          <a:xfrm>
            <a:off x="5484868" y="10962840"/>
            <a:ext cx="690282" cy="1257919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EF75049A-7953-A13D-083E-D99E33B3D7DE}"/>
              </a:ext>
            </a:extLst>
          </p:cNvPr>
          <p:cNvSpPr/>
          <p:nvPr/>
        </p:nvSpPr>
        <p:spPr>
          <a:xfrm>
            <a:off x="9910529" y="10962840"/>
            <a:ext cx="690282" cy="1623607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cxnSp>
        <p:nvCxnSpPr>
          <p:cNvPr id="26" name="Egyenes összekötő nyíllal 25">
            <a:extLst>
              <a:ext uri="{FF2B5EF4-FFF2-40B4-BE49-F238E27FC236}">
                <a16:creationId xmlns:a16="http://schemas.microsoft.com/office/drawing/2014/main" id="{3B082734-C040-BDD4-880F-6B915B645B9C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175150" y="4498852"/>
            <a:ext cx="3735379" cy="1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gyenes összekötő nyíllal 29">
            <a:extLst>
              <a:ext uri="{FF2B5EF4-FFF2-40B4-BE49-F238E27FC236}">
                <a16:creationId xmlns:a16="http://schemas.microsoft.com/office/drawing/2014/main" id="{6B57F4C2-D584-859C-4FF4-8BD652C3D4A5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10570889" y="4498853"/>
            <a:ext cx="4629772" cy="13071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gyenes összekötő nyíllal 31">
            <a:extLst>
              <a:ext uri="{FF2B5EF4-FFF2-40B4-BE49-F238E27FC236}">
                <a16:creationId xmlns:a16="http://schemas.microsoft.com/office/drawing/2014/main" id="{AC9540C3-E4F6-FA02-9F44-13165523F90F}"/>
              </a:ext>
            </a:extLst>
          </p:cNvPr>
          <p:cNvCxnSpPr>
            <a:cxnSpLocks/>
          </p:cNvCxnSpPr>
          <p:nvPr/>
        </p:nvCxnSpPr>
        <p:spPr>
          <a:xfrm>
            <a:off x="10600811" y="4870777"/>
            <a:ext cx="1196742" cy="7232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gyenes összekötő nyíllal 33">
            <a:extLst>
              <a:ext uri="{FF2B5EF4-FFF2-40B4-BE49-F238E27FC236}">
                <a16:creationId xmlns:a16="http://schemas.microsoft.com/office/drawing/2014/main" id="{B7107C5A-EB79-F8D7-F363-01340B51FCEA}"/>
              </a:ext>
            </a:extLst>
          </p:cNvPr>
          <p:cNvCxnSpPr>
            <a:cxnSpLocks/>
          </p:cNvCxnSpPr>
          <p:nvPr/>
        </p:nvCxnSpPr>
        <p:spPr>
          <a:xfrm>
            <a:off x="11797553" y="4870777"/>
            <a:ext cx="0" cy="1046953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gyenes összekötő nyíllal 36">
            <a:extLst>
              <a:ext uri="{FF2B5EF4-FFF2-40B4-BE49-F238E27FC236}">
                <a16:creationId xmlns:a16="http://schemas.microsoft.com/office/drawing/2014/main" id="{4D89D1AA-7BB7-724F-AEBC-FA87B3F079D2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0945952" y="5917730"/>
            <a:ext cx="851601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gyenes összekötő nyíllal 39">
            <a:extLst>
              <a:ext uri="{FF2B5EF4-FFF2-40B4-BE49-F238E27FC236}">
                <a16:creationId xmlns:a16="http://schemas.microsoft.com/office/drawing/2014/main" id="{BC5C2C9C-1077-F8E5-C58E-6456E9DA51AE}"/>
              </a:ext>
            </a:extLst>
          </p:cNvPr>
          <p:cNvCxnSpPr>
            <a:cxnSpLocks/>
          </p:cNvCxnSpPr>
          <p:nvPr/>
        </p:nvCxnSpPr>
        <p:spPr>
          <a:xfrm flipV="1">
            <a:off x="6166723" y="7726581"/>
            <a:ext cx="3735379" cy="1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gyenes összekötő nyíllal 40">
            <a:extLst>
              <a:ext uri="{FF2B5EF4-FFF2-40B4-BE49-F238E27FC236}">
                <a16:creationId xmlns:a16="http://schemas.microsoft.com/office/drawing/2014/main" id="{7903AB9C-0CEC-7007-64DD-9D5CA0EE7B44}"/>
              </a:ext>
            </a:extLst>
          </p:cNvPr>
          <p:cNvCxnSpPr>
            <a:cxnSpLocks/>
          </p:cNvCxnSpPr>
          <p:nvPr/>
        </p:nvCxnSpPr>
        <p:spPr>
          <a:xfrm flipV="1">
            <a:off x="6166722" y="11591797"/>
            <a:ext cx="3735379" cy="1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gyenes összekötő nyíllal 41">
            <a:extLst>
              <a:ext uri="{FF2B5EF4-FFF2-40B4-BE49-F238E27FC236}">
                <a16:creationId xmlns:a16="http://schemas.microsoft.com/office/drawing/2014/main" id="{8A7EDE25-AFA1-2F32-1287-EE7BF0D2AF63}"/>
              </a:ext>
            </a:extLst>
          </p:cNvPr>
          <p:cNvCxnSpPr>
            <a:cxnSpLocks/>
          </p:cNvCxnSpPr>
          <p:nvPr/>
        </p:nvCxnSpPr>
        <p:spPr>
          <a:xfrm>
            <a:off x="10570889" y="7982782"/>
            <a:ext cx="1196742" cy="7232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gyenes összekötő nyíllal 42">
            <a:extLst>
              <a:ext uri="{FF2B5EF4-FFF2-40B4-BE49-F238E27FC236}">
                <a16:creationId xmlns:a16="http://schemas.microsoft.com/office/drawing/2014/main" id="{12681C94-53E1-A337-B72B-4CFDAF6AE4F6}"/>
              </a:ext>
            </a:extLst>
          </p:cNvPr>
          <p:cNvCxnSpPr>
            <a:cxnSpLocks/>
          </p:cNvCxnSpPr>
          <p:nvPr/>
        </p:nvCxnSpPr>
        <p:spPr>
          <a:xfrm>
            <a:off x="11767631" y="7982782"/>
            <a:ext cx="0" cy="1046953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gyenes összekötő nyíllal 43">
            <a:extLst>
              <a:ext uri="{FF2B5EF4-FFF2-40B4-BE49-F238E27FC236}">
                <a16:creationId xmlns:a16="http://schemas.microsoft.com/office/drawing/2014/main" id="{E19C6909-07F7-91F6-F88D-D4194348A4C1}"/>
              </a:ext>
            </a:extLst>
          </p:cNvPr>
          <p:cNvCxnSpPr>
            <a:cxnSpLocks/>
          </p:cNvCxnSpPr>
          <p:nvPr/>
        </p:nvCxnSpPr>
        <p:spPr>
          <a:xfrm flipH="1">
            <a:off x="10916030" y="9029735"/>
            <a:ext cx="851601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églalap 44">
            <a:extLst>
              <a:ext uri="{FF2B5EF4-FFF2-40B4-BE49-F238E27FC236}">
                <a16:creationId xmlns:a16="http://schemas.microsoft.com/office/drawing/2014/main" id="{9721069D-C2B8-9D6D-0878-1416360EB149}"/>
              </a:ext>
            </a:extLst>
          </p:cNvPr>
          <p:cNvSpPr/>
          <p:nvPr/>
        </p:nvSpPr>
        <p:spPr>
          <a:xfrm>
            <a:off x="15200661" y="7097621"/>
            <a:ext cx="690282" cy="1257919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46" name="Téglalap 45">
            <a:extLst>
              <a:ext uri="{FF2B5EF4-FFF2-40B4-BE49-F238E27FC236}">
                <a16:creationId xmlns:a16="http://schemas.microsoft.com/office/drawing/2014/main" id="{190865D6-E2F4-8709-0A00-3939830A7B23}"/>
              </a:ext>
            </a:extLst>
          </p:cNvPr>
          <p:cNvSpPr/>
          <p:nvPr/>
        </p:nvSpPr>
        <p:spPr>
          <a:xfrm>
            <a:off x="15200661" y="8605960"/>
            <a:ext cx="690282" cy="1257919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cxnSp>
        <p:nvCxnSpPr>
          <p:cNvPr id="47" name="Egyenes összekötő nyíllal 46">
            <a:extLst>
              <a:ext uri="{FF2B5EF4-FFF2-40B4-BE49-F238E27FC236}">
                <a16:creationId xmlns:a16="http://schemas.microsoft.com/office/drawing/2014/main" id="{B86497FC-1AB3-1965-DDFD-C1287E5B74EF}"/>
              </a:ext>
            </a:extLst>
          </p:cNvPr>
          <p:cNvCxnSpPr>
            <a:cxnSpLocks/>
          </p:cNvCxnSpPr>
          <p:nvPr/>
        </p:nvCxnSpPr>
        <p:spPr>
          <a:xfrm flipV="1">
            <a:off x="10609238" y="7735110"/>
            <a:ext cx="4629772" cy="13071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gyenes összekötő nyíllal 47">
            <a:extLst>
              <a:ext uri="{FF2B5EF4-FFF2-40B4-BE49-F238E27FC236}">
                <a16:creationId xmlns:a16="http://schemas.microsoft.com/office/drawing/2014/main" id="{CAFC92FE-9362-DE98-2BB6-9623CFC966E9}"/>
              </a:ext>
            </a:extLst>
          </p:cNvPr>
          <p:cNvCxnSpPr>
            <a:cxnSpLocks/>
          </p:cNvCxnSpPr>
          <p:nvPr/>
        </p:nvCxnSpPr>
        <p:spPr>
          <a:xfrm>
            <a:off x="10945952" y="9448458"/>
            <a:ext cx="4254709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A98212B7-AF53-8BB7-4A51-BD1A0821DC3F}"/>
              </a:ext>
            </a:extLst>
          </p:cNvPr>
          <p:cNvSpPr txBox="1"/>
          <p:nvPr/>
        </p:nvSpPr>
        <p:spPr>
          <a:xfrm>
            <a:off x="7221071" y="3939369"/>
            <a:ext cx="1492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Accept</a:t>
            </a:r>
            <a:r>
              <a:rPr lang="hu-HU" sz="2800" dirty="0"/>
              <a:t>()</a:t>
            </a:r>
          </a:p>
        </p:txBody>
      </p:sp>
      <p:sp>
        <p:nvSpPr>
          <p:cNvPr id="51" name="Szövegdoboz 50">
            <a:extLst>
              <a:ext uri="{FF2B5EF4-FFF2-40B4-BE49-F238E27FC236}">
                <a16:creationId xmlns:a16="http://schemas.microsoft.com/office/drawing/2014/main" id="{48364A7E-4300-DE35-58BF-FC09005C69D9}"/>
              </a:ext>
            </a:extLst>
          </p:cNvPr>
          <p:cNvSpPr txBox="1"/>
          <p:nvPr/>
        </p:nvSpPr>
        <p:spPr>
          <a:xfrm>
            <a:off x="7022298" y="7028363"/>
            <a:ext cx="189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AcceptAll</a:t>
            </a:r>
            <a:r>
              <a:rPr lang="hu-HU" sz="2800" dirty="0"/>
              <a:t>()</a:t>
            </a: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05C1C955-9D3A-EB6E-55BF-60D84DEE8C5E}"/>
              </a:ext>
            </a:extLst>
          </p:cNvPr>
          <p:cNvSpPr txBox="1"/>
          <p:nvPr/>
        </p:nvSpPr>
        <p:spPr>
          <a:xfrm>
            <a:off x="7422599" y="10969886"/>
            <a:ext cx="1089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UjEv</a:t>
            </a:r>
            <a:r>
              <a:rPr lang="hu-HU" sz="2800" dirty="0"/>
              <a:t>()</a:t>
            </a:r>
          </a:p>
        </p:txBody>
      </p:sp>
      <p:sp>
        <p:nvSpPr>
          <p:cNvPr id="53" name="Szövegdoboz 52">
            <a:extLst>
              <a:ext uri="{FF2B5EF4-FFF2-40B4-BE49-F238E27FC236}">
                <a16:creationId xmlns:a16="http://schemas.microsoft.com/office/drawing/2014/main" id="{AFF9D510-D033-34E6-63D8-DA9099CC67C7}"/>
              </a:ext>
            </a:extLst>
          </p:cNvPr>
          <p:cNvSpPr txBox="1"/>
          <p:nvPr/>
        </p:nvSpPr>
        <p:spPr>
          <a:xfrm>
            <a:off x="12326948" y="3877423"/>
            <a:ext cx="1492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Accept</a:t>
            </a:r>
            <a:r>
              <a:rPr lang="hu-HU" sz="2800" dirty="0"/>
              <a:t>()</a:t>
            </a:r>
          </a:p>
        </p:txBody>
      </p:sp>
      <p:sp>
        <p:nvSpPr>
          <p:cNvPr id="54" name="Szövegdoboz 53">
            <a:extLst>
              <a:ext uri="{FF2B5EF4-FFF2-40B4-BE49-F238E27FC236}">
                <a16:creationId xmlns:a16="http://schemas.microsoft.com/office/drawing/2014/main" id="{71913318-2C92-3C43-A3FE-EE510A9C0DEC}"/>
              </a:ext>
            </a:extLst>
          </p:cNvPr>
          <p:cNvSpPr txBox="1"/>
          <p:nvPr/>
        </p:nvSpPr>
        <p:spPr>
          <a:xfrm>
            <a:off x="11901147" y="5094910"/>
            <a:ext cx="154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Bevetel</a:t>
            </a:r>
            <a:r>
              <a:rPr lang="hu-HU" sz="2800" dirty="0"/>
              <a:t>()</a:t>
            </a:r>
          </a:p>
        </p:txBody>
      </p:sp>
      <p:sp>
        <p:nvSpPr>
          <p:cNvPr id="55" name="Szövegdoboz 54">
            <a:extLst>
              <a:ext uri="{FF2B5EF4-FFF2-40B4-BE49-F238E27FC236}">
                <a16:creationId xmlns:a16="http://schemas.microsoft.com/office/drawing/2014/main" id="{2A18DDB2-1119-9FEF-0E5D-ECF8C33889ED}"/>
              </a:ext>
            </a:extLst>
          </p:cNvPr>
          <p:cNvSpPr txBox="1"/>
          <p:nvPr/>
        </p:nvSpPr>
        <p:spPr>
          <a:xfrm>
            <a:off x="12326948" y="7119222"/>
            <a:ext cx="1489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Rontas</a:t>
            </a:r>
            <a:r>
              <a:rPr lang="hu-HU" sz="2800" dirty="0"/>
              <a:t>()</a:t>
            </a:r>
          </a:p>
        </p:txBody>
      </p:sp>
      <p:sp>
        <p:nvSpPr>
          <p:cNvPr id="56" name="Szövegdoboz 55">
            <a:extLst>
              <a:ext uri="{FF2B5EF4-FFF2-40B4-BE49-F238E27FC236}">
                <a16:creationId xmlns:a16="http://schemas.microsoft.com/office/drawing/2014/main" id="{9BE84EDD-51A4-764A-78DA-28E65FF575B0}"/>
              </a:ext>
            </a:extLst>
          </p:cNvPr>
          <p:cNvSpPr txBox="1"/>
          <p:nvPr/>
        </p:nvSpPr>
        <p:spPr>
          <a:xfrm>
            <a:off x="11797553" y="8213621"/>
            <a:ext cx="143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Javitas</a:t>
            </a:r>
            <a:r>
              <a:rPr lang="hu-HU" sz="2800" dirty="0"/>
              <a:t>()</a:t>
            </a:r>
          </a:p>
        </p:txBody>
      </p:sp>
      <p:sp>
        <p:nvSpPr>
          <p:cNvPr id="57" name="Szövegdoboz 56">
            <a:extLst>
              <a:ext uri="{FF2B5EF4-FFF2-40B4-BE49-F238E27FC236}">
                <a16:creationId xmlns:a16="http://schemas.microsoft.com/office/drawing/2014/main" id="{F8C801F0-C7EA-2338-8C8B-A48A22FFC372}"/>
              </a:ext>
            </a:extLst>
          </p:cNvPr>
          <p:cNvSpPr txBox="1"/>
          <p:nvPr/>
        </p:nvSpPr>
        <p:spPr>
          <a:xfrm>
            <a:off x="12341686" y="8892378"/>
            <a:ext cx="143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Javitas</a:t>
            </a:r>
            <a:r>
              <a:rPr lang="hu-HU" sz="2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1147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3D6D0B54-85D6-D013-7C47-EDDB89DB4CC6}"/>
              </a:ext>
            </a:extLst>
          </p:cNvPr>
          <p:cNvSpPr/>
          <p:nvPr/>
        </p:nvSpPr>
        <p:spPr>
          <a:xfrm>
            <a:off x="619632" y="536575"/>
            <a:ext cx="21800124" cy="11887199"/>
          </a:xfrm>
          <a:prstGeom prst="roundRect">
            <a:avLst/>
          </a:prstGeom>
          <a:solidFill>
            <a:srgbClr val="F2F2F2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A194C76F-6078-8D96-3FC8-EA245CAE8DF6}"/>
              </a:ext>
            </a:extLst>
          </p:cNvPr>
          <p:cNvCxnSpPr>
            <a:cxnSpLocks/>
          </p:cNvCxnSpPr>
          <p:nvPr/>
        </p:nvCxnSpPr>
        <p:spPr>
          <a:xfrm>
            <a:off x="619632" y="2366683"/>
            <a:ext cx="2180012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zövegdoboz 7">
            <a:extLst>
              <a:ext uri="{FF2B5EF4-FFF2-40B4-BE49-F238E27FC236}">
                <a16:creationId xmlns:a16="http://schemas.microsoft.com/office/drawing/2014/main" id="{D893C231-9343-4434-515D-15EABD4F3DCB}"/>
              </a:ext>
            </a:extLst>
          </p:cNvPr>
          <p:cNvSpPr txBox="1"/>
          <p:nvPr/>
        </p:nvSpPr>
        <p:spPr>
          <a:xfrm>
            <a:off x="10716428" y="1142854"/>
            <a:ext cx="1606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/>
              <a:t>Állapot</a:t>
            </a: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76F78B25-721B-9C57-2F55-B6EC3290D942}"/>
              </a:ext>
            </a:extLst>
          </p:cNvPr>
          <p:cNvSpPr/>
          <p:nvPr/>
        </p:nvSpPr>
        <p:spPr>
          <a:xfrm>
            <a:off x="5351930" y="4334434"/>
            <a:ext cx="1730187" cy="1126241"/>
          </a:xfrm>
          <a:prstGeom prst="roundRect">
            <a:avLst/>
          </a:prstGeom>
          <a:solidFill>
            <a:srgbClr val="DAE3F3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tx1"/>
                </a:solidFill>
              </a:rPr>
              <a:t>Jó</a:t>
            </a: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8709B537-44AE-66DD-5242-C39AE7C09723}"/>
              </a:ext>
            </a:extLst>
          </p:cNvPr>
          <p:cNvSpPr/>
          <p:nvPr/>
        </p:nvSpPr>
        <p:spPr>
          <a:xfrm>
            <a:off x="15957273" y="4300579"/>
            <a:ext cx="1730187" cy="1126241"/>
          </a:xfrm>
          <a:prstGeom prst="roundRect">
            <a:avLst/>
          </a:prstGeom>
          <a:solidFill>
            <a:srgbClr val="DAE3F3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tx1"/>
                </a:solidFill>
              </a:rPr>
              <a:t>Átlagos</a:t>
            </a:r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DCA43424-1995-2FF2-15A5-9D551CF6E7E5}"/>
              </a:ext>
            </a:extLst>
          </p:cNvPr>
          <p:cNvSpPr/>
          <p:nvPr/>
        </p:nvSpPr>
        <p:spPr>
          <a:xfrm>
            <a:off x="10461812" y="8249534"/>
            <a:ext cx="1936375" cy="1126241"/>
          </a:xfrm>
          <a:prstGeom prst="roundRect">
            <a:avLst/>
          </a:prstGeom>
          <a:solidFill>
            <a:srgbClr val="DAE3F3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tx1"/>
                </a:solidFill>
              </a:rPr>
              <a:t>Lepusztult</a:t>
            </a:r>
          </a:p>
        </p:txBody>
      </p: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9C7E8759-4246-D57D-3AF9-45E2E0B70DC8}"/>
              </a:ext>
            </a:extLst>
          </p:cNvPr>
          <p:cNvCxnSpPr>
            <a:cxnSpLocks/>
          </p:cNvCxnSpPr>
          <p:nvPr/>
        </p:nvCxnSpPr>
        <p:spPr>
          <a:xfrm>
            <a:off x="7082117" y="4582006"/>
            <a:ext cx="8875156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AF1FF20A-9B34-9060-1883-5BBCDFEDDB35}"/>
              </a:ext>
            </a:extLst>
          </p:cNvPr>
          <p:cNvCxnSpPr>
            <a:cxnSpLocks/>
          </p:cNvCxnSpPr>
          <p:nvPr/>
        </p:nvCxnSpPr>
        <p:spPr>
          <a:xfrm>
            <a:off x="7082117" y="5110925"/>
            <a:ext cx="8875156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19C7CD05-913D-9621-3722-3F3AB3B85D98}"/>
              </a:ext>
            </a:extLst>
          </p:cNvPr>
          <p:cNvCxnSpPr>
            <a:cxnSpLocks/>
          </p:cNvCxnSpPr>
          <p:nvPr/>
        </p:nvCxnSpPr>
        <p:spPr>
          <a:xfrm>
            <a:off x="5719483" y="9055396"/>
            <a:ext cx="4742329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144ABE03-FD63-61AE-08A3-2E470342A154}"/>
              </a:ext>
            </a:extLst>
          </p:cNvPr>
          <p:cNvCxnSpPr>
            <a:cxnSpLocks/>
          </p:cNvCxnSpPr>
          <p:nvPr/>
        </p:nvCxnSpPr>
        <p:spPr>
          <a:xfrm>
            <a:off x="5719483" y="5460675"/>
            <a:ext cx="0" cy="3594721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nyíllal 20">
            <a:extLst>
              <a:ext uri="{FF2B5EF4-FFF2-40B4-BE49-F238E27FC236}">
                <a16:creationId xmlns:a16="http://schemas.microsoft.com/office/drawing/2014/main" id="{C7FE8B6D-2A92-62EF-B850-261B8BEA9347}"/>
              </a:ext>
            </a:extLst>
          </p:cNvPr>
          <p:cNvCxnSpPr>
            <a:cxnSpLocks/>
          </p:cNvCxnSpPr>
          <p:nvPr/>
        </p:nvCxnSpPr>
        <p:spPr>
          <a:xfrm>
            <a:off x="6678705" y="5460675"/>
            <a:ext cx="0" cy="3073725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B28E9CB9-0B45-D90C-84B5-5B7E6AAD545F}"/>
              </a:ext>
            </a:extLst>
          </p:cNvPr>
          <p:cNvCxnSpPr>
            <a:cxnSpLocks/>
          </p:cNvCxnSpPr>
          <p:nvPr/>
        </p:nvCxnSpPr>
        <p:spPr>
          <a:xfrm>
            <a:off x="6678705" y="8534400"/>
            <a:ext cx="3783107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gyenes összekötő nyíllal 31">
            <a:extLst>
              <a:ext uri="{FF2B5EF4-FFF2-40B4-BE49-F238E27FC236}">
                <a16:creationId xmlns:a16="http://schemas.microsoft.com/office/drawing/2014/main" id="{F41F5E1B-B5C0-A17C-9CC5-F82BC6749410}"/>
              </a:ext>
            </a:extLst>
          </p:cNvPr>
          <p:cNvCxnSpPr>
            <a:cxnSpLocks/>
          </p:cNvCxnSpPr>
          <p:nvPr/>
        </p:nvCxnSpPr>
        <p:spPr>
          <a:xfrm flipH="1">
            <a:off x="12398187" y="9021541"/>
            <a:ext cx="4921718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nyíllal 32">
            <a:extLst>
              <a:ext uri="{FF2B5EF4-FFF2-40B4-BE49-F238E27FC236}">
                <a16:creationId xmlns:a16="http://schemas.microsoft.com/office/drawing/2014/main" id="{AAB44B1B-D4F3-010E-D646-98D2984509E8}"/>
              </a:ext>
            </a:extLst>
          </p:cNvPr>
          <p:cNvCxnSpPr>
            <a:cxnSpLocks/>
          </p:cNvCxnSpPr>
          <p:nvPr/>
        </p:nvCxnSpPr>
        <p:spPr>
          <a:xfrm flipH="1">
            <a:off x="17319905" y="5426820"/>
            <a:ext cx="0" cy="3594721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gyenes összekötő nyíllal 33">
            <a:extLst>
              <a:ext uri="{FF2B5EF4-FFF2-40B4-BE49-F238E27FC236}">
                <a16:creationId xmlns:a16="http://schemas.microsoft.com/office/drawing/2014/main" id="{F202242C-9D03-4FD5-5F80-643BDECFD46F}"/>
              </a:ext>
            </a:extLst>
          </p:cNvPr>
          <p:cNvCxnSpPr>
            <a:cxnSpLocks/>
          </p:cNvCxnSpPr>
          <p:nvPr/>
        </p:nvCxnSpPr>
        <p:spPr>
          <a:xfrm flipH="1">
            <a:off x="16360683" y="5426820"/>
            <a:ext cx="0" cy="3073725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gyenes összekötő nyíllal 34">
            <a:extLst>
              <a:ext uri="{FF2B5EF4-FFF2-40B4-BE49-F238E27FC236}">
                <a16:creationId xmlns:a16="http://schemas.microsoft.com/office/drawing/2014/main" id="{ABE7C525-700C-0EAF-8966-F7F44204BF3B}"/>
              </a:ext>
            </a:extLst>
          </p:cNvPr>
          <p:cNvCxnSpPr>
            <a:cxnSpLocks/>
          </p:cNvCxnSpPr>
          <p:nvPr/>
        </p:nvCxnSpPr>
        <p:spPr>
          <a:xfrm flipH="1">
            <a:off x="12398187" y="8500545"/>
            <a:ext cx="3962496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zövegdoboz 39">
            <a:extLst>
              <a:ext uri="{FF2B5EF4-FFF2-40B4-BE49-F238E27FC236}">
                <a16:creationId xmlns:a16="http://schemas.microsoft.com/office/drawing/2014/main" id="{66D8170F-69D3-3A48-913C-5CF35F11BEB4}"/>
              </a:ext>
            </a:extLst>
          </p:cNvPr>
          <p:cNvSpPr txBox="1"/>
          <p:nvPr/>
        </p:nvSpPr>
        <p:spPr>
          <a:xfrm>
            <a:off x="7010446" y="3971320"/>
            <a:ext cx="9018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Rontas</a:t>
            </a:r>
            <a:r>
              <a:rPr lang="hu-HU" sz="2400" dirty="0"/>
              <a:t>(</a:t>
            </a:r>
            <a:r>
              <a:rPr lang="hu-HU" sz="2400" dirty="0" err="1"/>
              <a:t>n,e</a:t>
            </a:r>
            <a:r>
              <a:rPr lang="hu-HU" sz="2400" dirty="0"/>
              <a:t>: int)[allapot &lt; 67] </a:t>
            </a:r>
            <a:r>
              <a:rPr lang="hu-HU" sz="2400" b="1" dirty="0"/>
              <a:t>/</a:t>
            </a:r>
            <a:r>
              <a:rPr lang="hu-HU" sz="2400" dirty="0"/>
              <a:t> allapot := MAX(1,allapot-n/100-e/50)</a:t>
            </a:r>
          </a:p>
        </p:txBody>
      </p: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9A4FF1C2-117C-EA69-9B42-58031381F615}"/>
              </a:ext>
            </a:extLst>
          </p:cNvPr>
          <p:cNvSpPr txBox="1"/>
          <p:nvPr/>
        </p:nvSpPr>
        <p:spPr>
          <a:xfrm>
            <a:off x="8512058" y="5125608"/>
            <a:ext cx="64186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Javitas</a:t>
            </a:r>
            <a:r>
              <a:rPr lang="hu-HU" sz="2400" dirty="0"/>
              <a:t>(</a:t>
            </a:r>
            <a:r>
              <a:rPr lang="hu-HU" sz="2400" dirty="0" err="1"/>
              <a:t>extrapenz</a:t>
            </a:r>
            <a:r>
              <a:rPr lang="hu-HU" sz="2400" dirty="0"/>
              <a:t>: </a:t>
            </a:r>
            <a:r>
              <a:rPr lang="hu-HU" sz="2400" dirty="0" err="1"/>
              <a:t>real</a:t>
            </a:r>
            <a:r>
              <a:rPr lang="hu-HU" sz="2400" dirty="0"/>
              <a:t>)[allapot &gt; 66] </a:t>
            </a:r>
            <a:r>
              <a:rPr lang="hu-HU" sz="2400" b="1" dirty="0"/>
              <a:t>/</a:t>
            </a:r>
            <a:r>
              <a:rPr lang="hu-HU" sz="2400" dirty="0"/>
              <a:t> allapot := MIN(100,allapot+(</a:t>
            </a:r>
            <a:r>
              <a:rPr lang="hu-HU" sz="2400" dirty="0" err="1"/>
              <a:t>extrapenz</a:t>
            </a:r>
            <a:r>
              <a:rPr lang="hu-HU" sz="2400" dirty="0"/>
              <a:t>/50.000.000))</a:t>
            </a:r>
          </a:p>
        </p:txBody>
      </p:sp>
      <p:cxnSp>
        <p:nvCxnSpPr>
          <p:cNvPr id="42" name="Egyenes összekötő nyíllal 41">
            <a:extLst>
              <a:ext uri="{FF2B5EF4-FFF2-40B4-BE49-F238E27FC236}">
                <a16:creationId xmlns:a16="http://schemas.microsoft.com/office/drawing/2014/main" id="{2907CD77-8BF5-401A-92E6-31655471B18B}"/>
              </a:ext>
            </a:extLst>
          </p:cNvPr>
          <p:cNvCxnSpPr>
            <a:cxnSpLocks/>
          </p:cNvCxnSpPr>
          <p:nvPr/>
        </p:nvCxnSpPr>
        <p:spPr>
          <a:xfrm>
            <a:off x="6225988" y="3209365"/>
            <a:ext cx="0" cy="1125069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gyenes összekötő nyíllal 43">
            <a:extLst>
              <a:ext uri="{FF2B5EF4-FFF2-40B4-BE49-F238E27FC236}">
                <a16:creationId xmlns:a16="http://schemas.microsoft.com/office/drawing/2014/main" id="{631571C9-D06C-7AB4-6DA2-5E8EF90A1CA4}"/>
              </a:ext>
            </a:extLst>
          </p:cNvPr>
          <p:cNvCxnSpPr>
            <a:cxnSpLocks/>
          </p:cNvCxnSpPr>
          <p:nvPr/>
        </p:nvCxnSpPr>
        <p:spPr>
          <a:xfrm flipH="1">
            <a:off x="4518212" y="3209365"/>
            <a:ext cx="1707776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gyenes összekötő nyíllal 46">
            <a:extLst>
              <a:ext uri="{FF2B5EF4-FFF2-40B4-BE49-F238E27FC236}">
                <a16:creationId xmlns:a16="http://schemas.microsoft.com/office/drawing/2014/main" id="{5C368F6B-BBAD-B84C-61ED-885A5A9A368D}"/>
              </a:ext>
            </a:extLst>
          </p:cNvPr>
          <p:cNvCxnSpPr>
            <a:cxnSpLocks/>
          </p:cNvCxnSpPr>
          <p:nvPr/>
        </p:nvCxnSpPr>
        <p:spPr>
          <a:xfrm flipV="1">
            <a:off x="4518212" y="3209365"/>
            <a:ext cx="0" cy="1611989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gyenes összekötő nyíllal 49">
            <a:extLst>
              <a:ext uri="{FF2B5EF4-FFF2-40B4-BE49-F238E27FC236}">
                <a16:creationId xmlns:a16="http://schemas.microsoft.com/office/drawing/2014/main" id="{B64D9626-89E7-89A8-D2F5-D8CFAD14CB98}"/>
              </a:ext>
            </a:extLst>
          </p:cNvPr>
          <p:cNvCxnSpPr>
            <a:cxnSpLocks/>
          </p:cNvCxnSpPr>
          <p:nvPr/>
        </p:nvCxnSpPr>
        <p:spPr>
          <a:xfrm>
            <a:off x="4518212" y="4821354"/>
            <a:ext cx="833715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gyenes összekötő nyíllal 52">
            <a:extLst>
              <a:ext uri="{FF2B5EF4-FFF2-40B4-BE49-F238E27FC236}">
                <a16:creationId xmlns:a16="http://schemas.microsoft.com/office/drawing/2014/main" id="{8232E696-6E7E-15F7-00FA-3252E8868B68}"/>
              </a:ext>
            </a:extLst>
          </p:cNvPr>
          <p:cNvCxnSpPr>
            <a:cxnSpLocks/>
          </p:cNvCxnSpPr>
          <p:nvPr/>
        </p:nvCxnSpPr>
        <p:spPr>
          <a:xfrm>
            <a:off x="10860741" y="9375775"/>
            <a:ext cx="0" cy="781237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Egyenes összekötő nyíllal 53">
            <a:extLst>
              <a:ext uri="{FF2B5EF4-FFF2-40B4-BE49-F238E27FC236}">
                <a16:creationId xmlns:a16="http://schemas.microsoft.com/office/drawing/2014/main" id="{4F30FE9C-C44D-CE28-0B94-6D9343E46957}"/>
              </a:ext>
            </a:extLst>
          </p:cNvPr>
          <p:cNvCxnSpPr>
            <a:cxnSpLocks/>
          </p:cNvCxnSpPr>
          <p:nvPr/>
        </p:nvCxnSpPr>
        <p:spPr>
          <a:xfrm flipH="1">
            <a:off x="10860741" y="10157012"/>
            <a:ext cx="1116106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gyenes összekötő nyíllal 56">
            <a:extLst>
              <a:ext uri="{FF2B5EF4-FFF2-40B4-BE49-F238E27FC236}">
                <a16:creationId xmlns:a16="http://schemas.microsoft.com/office/drawing/2014/main" id="{4EED632F-1C8F-55E6-589B-85DF2F98BCEA}"/>
              </a:ext>
            </a:extLst>
          </p:cNvPr>
          <p:cNvCxnSpPr>
            <a:cxnSpLocks/>
          </p:cNvCxnSpPr>
          <p:nvPr/>
        </p:nvCxnSpPr>
        <p:spPr>
          <a:xfrm>
            <a:off x="11976847" y="9375775"/>
            <a:ext cx="0" cy="781237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Csoportba foglalás 61">
            <a:extLst>
              <a:ext uri="{FF2B5EF4-FFF2-40B4-BE49-F238E27FC236}">
                <a16:creationId xmlns:a16="http://schemas.microsoft.com/office/drawing/2014/main" id="{313980B4-6EE6-1682-2896-AE65E1926DB5}"/>
              </a:ext>
            </a:extLst>
          </p:cNvPr>
          <p:cNvGrpSpPr/>
          <p:nvPr/>
        </p:nvGrpSpPr>
        <p:grpSpPr>
          <a:xfrm flipH="1">
            <a:off x="16813398" y="3140351"/>
            <a:ext cx="1707776" cy="1611989"/>
            <a:chOff x="17319905" y="2949389"/>
            <a:chExt cx="1707776" cy="1611989"/>
          </a:xfrm>
        </p:grpSpPr>
        <p:cxnSp>
          <p:nvCxnSpPr>
            <p:cNvPr id="58" name="Egyenes összekötő nyíllal 57">
              <a:extLst>
                <a:ext uri="{FF2B5EF4-FFF2-40B4-BE49-F238E27FC236}">
                  <a16:creationId xmlns:a16="http://schemas.microsoft.com/office/drawing/2014/main" id="{CEB8F858-0A58-27B6-3F68-516A6DCE4632}"/>
                </a:ext>
              </a:extLst>
            </p:cNvPr>
            <p:cNvCxnSpPr>
              <a:cxnSpLocks/>
            </p:cNvCxnSpPr>
            <p:nvPr/>
          </p:nvCxnSpPr>
          <p:spPr>
            <a:xfrm>
              <a:off x="19027681" y="2949389"/>
              <a:ext cx="0" cy="1125069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olid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gyenes összekötő nyíllal 58">
              <a:extLst>
                <a:ext uri="{FF2B5EF4-FFF2-40B4-BE49-F238E27FC236}">
                  <a16:creationId xmlns:a16="http://schemas.microsoft.com/office/drawing/2014/main" id="{D88C9683-06EC-722A-E869-DC70C388C5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19905" y="2949389"/>
              <a:ext cx="1707776" cy="0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olid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Egyenes összekötő nyíllal 59">
              <a:extLst>
                <a:ext uri="{FF2B5EF4-FFF2-40B4-BE49-F238E27FC236}">
                  <a16:creationId xmlns:a16="http://schemas.microsoft.com/office/drawing/2014/main" id="{865C5DA9-EC1E-2912-F040-F1BCA4B10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19905" y="2949389"/>
              <a:ext cx="0" cy="1611989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olid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Egyenes összekötő nyíllal 60">
              <a:extLst>
                <a:ext uri="{FF2B5EF4-FFF2-40B4-BE49-F238E27FC236}">
                  <a16:creationId xmlns:a16="http://schemas.microsoft.com/office/drawing/2014/main" id="{763CA8D5-EBBD-7609-220D-F4DE5F25C5C0}"/>
                </a:ext>
              </a:extLst>
            </p:cNvPr>
            <p:cNvCxnSpPr>
              <a:cxnSpLocks/>
            </p:cNvCxnSpPr>
            <p:nvPr/>
          </p:nvCxnSpPr>
          <p:spPr>
            <a:xfrm>
              <a:off x="17319905" y="4561378"/>
              <a:ext cx="833715" cy="0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Szövegdoboz 82">
            <a:extLst>
              <a:ext uri="{FF2B5EF4-FFF2-40B4-BE49-F238E27FC236}">
                <a16:creationId xmlns:a16="http://schemas.microsoft.com/office/drawing/2014/main" id="{C481D40E-B824-FF10-C43A-3C50763DBB2E}"/>
              </a:ext>
            </a:extLst>
          </p:cNvPr>
          <p:cNvSpPr txBox="1"/>
          <p:nvPr/>
        </p:nvSpPr>
        <p:spPr>
          <a:xfrm>
            <a:off x="862852" y="2605267"/>
            <a:ext cx="9018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Rontas</a:t>
            </a:r>
            <a:r>
              <a:rPr lang="hu-HU" sz="2400" dirty="0"/>
              <a:t>(</a:t>
            </a:r>
            <a:r>
              <a:rPr lang="hu-HU" sz="2400" dirty="0" err="1"/>
              <a:t>n,e</a:t>
            </a:r>
            <a:r>
              <a:rPr lang="hu-HU" sz="2400" dirty="0"/>
              <a:t>: int)[allapot &gt; 66] </a:t>
            </a:r>
            <a:r>
              <a:rPr lang="hu-HU" sz="2400" b="1" dirty="0"/>
              <a:t>/</a:t>
            </a:r>
            <a:r>
              <a:rPr lang="hu-HU" sz="2400" dirty="0"/>
              <a:t> allapot := MAX(1,allapot-n/100-e/50)</a:t>
            </a:r>
          </a:p>
        </p:txBody>
      </p:sp>
      <p:sp>
        <p:nvSpPr>
          <p:cNvPr id="84" name="Szövegdoboz 83">
            <a:extLst>
              <a:ext uri="{FF2B5EF4-FFF2-40B4-BE49-F238E27FC236}">
                <a16:creationId xmlns:a16="http://schemas.microsoft.com/office/drawing/2014/main" id="{11996C42-F9A4-D9AF-BBAE-C08D36F5E255}"/>
              </a:ext>
            </a:extLst>
          </p:cNvPr>
          <p:cNvSpPr txBox="1"/>
          <p:nvPr/>
        </p:nvSpPr>
        <p:spPr>
          <a:xfrm>
            <a:off x="1005119" y="3147759"/>
            <a:ext cx="34581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Javitas</a:t>
            </a:r>
            <a:r>
              <a:rPr lang="hu-HU" sz="2400" dirty="0"/>
              <a:t>(</a:t>
            </a:r>
            <a:r>
              <a:rPr lang="hu-HU" sz="2400" dirty="0" err="1"/>
              <a:t>extrapenz</a:t>
            </a:r>
            <a:r>
              <a:rPr lang="hu-HU" sz="2400" dirty="0"/>
              <a:t>: </a:t>
            </a:r>
            <a:r>
              <a:rPr lang="hu-HU" sz="2400" dirty="0" err="1"/>
              <a:t>real</a:t>
            </a:r>
            <a:r>
              <a:rPr lang="hu-HU" sz="2400" dirty="0"/>
              <a:t>)[allapot &gt; 66] </a:t>
            </a:r>
            <a:r>
              <a:rPr lang="hu-HU" sz="2400" b="1" dirty="0"/>
              <a:t>/</a:t>
            </a:r>
            <a:r>
              <a:rPr lang="hu-HU" sz="2400" dirty="0"/>
              <a:t> allapot := MIN(100,allapot+(</a:t>
            </a:r>
            <a:r>
              <a:rPr lang="hu-HU" sz="2400" dirty="0" err="1"/>
              <a:t>extrapenz</a:t>
            </a:r>
            <a:r>
              <a:rPr lang="hu-HU" sz="2400" dirty="0"/>
              <a:t>/50.000.000))</a:t>
            </a:r>
          </a:p>
        </p:txBody>
      </p:sp>
      <p:sp>
        <p:nvSpPr>
          <p:cNvPr id="85" name="Szövegdoboz 84">
            <a:extLst>
              <a:ext uri="{FF2B5EF4-FFF2-40B4-BE49-F238E27FC236}">
                <a16:creationId xmlns:a16="http://schemas.microsoft.com/office/drawing/2014/main" id="{EF258DB9-AA36-C638-A18E-2B11188F5C11}"/>
              </a:ext>
            </a:extLst>
          </p:cNvPr>
          <p:cNvSpPr txBox="1"/>
          <p:nvPr/>
        </p:nvSpPr>
        <p:spPr>
          <a:xfrm>
            <a:off x="13178211" y="2345657"/>
            <a:ext cx="90184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Rontas</a:t>
            </a:r>
            <a:r>
              <a:rPr lang="hu-HU" sz="2400" dirty="0"/>
              <a:t>(</a:t>
            </a:r>
            <a:r>
              <a:rPr lang="hu-HU" sz="2400" dirty="0" err="1"/>
              <a:t>n,e</a:t>
            </a:r>
            <a:r>
              <a:rPr lang="hu-HU" sz="2400" dirty="0"/>
              <a:t>: int)[allapot &gt; 33, allapot &lt; 67] </a:t>
            </a:r>
            <a:r>
              <a:rPr lang="hu-HU" sz="2400" b="1" dirty="0"/>
              <a:t>/</a:t>
            </a:r>
            <a:r>
              <a:rPr lang="hu-HU" sz="2400" dirty="0"/>
              <a:t> allapot := MAX(1,allapot-n/100-e/50)</a:t>
            </a:r>
          </a:p>
        </p:txBody>
      </p:sp>
      <p:sp>
        <p:nvSpPr>
          <p:cNvPr id="86" name="Szövegdoboz 85">
            <a:extLst>
              <a:ext uri="{FF2B5EF4-FFF2-40B4-BE49-F238E27FC236}">
                <a16:creationId xmlns:a16="http://schemas.microsoft.com/office/drawing/2014/main" id="{D3328539-7A5D-4734-7E45-7135DF8595A9}"/>
              </a:ext>
            </a:extLst>
          </p:cNvPr>
          <p:cNvSpPr txBox="1"/>
          <p:nvPr/>
        </p:nvSpPr>
        <p:spPr>
          <a:xfrm>
            <a:off x="18596303" y="2784656"/>
            <a:ext cx="38985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Javitas</a:t>
            </a:r>
            <a:r>
              <a:rPr lang="hu-HU" sz="2400" dirty="0"/>
              <a:t>(</a:t>
            </a:r>
            <a:r>
              <a:rPr lang="hu-HU" sz="2400" dirty="0" err="1"/>
              <a:t>extrapenz</a:t>
            </a:r>
            <a:r>
              <a:rPr lang="hu-HU" sz="2400" dirty="0"/>
              <a:t>: </a:t>
            </a:r>
            <a:r>
              <a:rPr lang="hu-HU" sz="2400" dirty="0" err="1"/>
              <a:t>real</a:t>
            </a:r>
            <a:r>
              <a:rPr lang="hu-HU" sz="2400" dirty="0"/>
              <a:t>)[allapot &lt; 67, allapot &gt; 33] </a:t>
            </a:r>
            <a:r>
              <a:rPr lang="hu-HU" sz="2400" b="1" dirty="0"/>
              <a:t>/</a:t>
            </a:r>
            <a:r>
              <a:rPr lang="hu-HU" sz="2400" dirty="0"/>
              <a:t> allapot := MIN(100,allapot+(</a:t>
            </a:r>
            <a:r>
              <a:rPr lang="hu-HU" sz="2400" dirty="0" err="1"/>
              <a:t>extrapenz</a:t>
            </a:r>
            <a:r>
              <a:rPr lang="hu-HU" sz="2400" dirty="0"/>
              <a:t>/50.000.000))</a:t>
            </a:r>
          </a:p>
        </p:txBody>
      </p:sp>
      <p:sp>
        <p:nvSpPr>
          <p:cNvPr id="87" name="Szövegdoboz 86">
            <a:extLst>
              <a:ext uri="{FF2B5EF4-FFF2-40B4-BE49-F238E27FC236}">
                <a16:creationId xmlns:a16="http://schemas.microsoft.com/office/drawing/2014/main" id="{0E5F0C4A-8E27-0616-B625-488F63A87DEC}"/>
              </a:ext>
            </a:extLst>
          </p:cNvPr>
          <p:cNvSpPr txBox="1"/>
          <p:nvPr/>
        </p:nvSpPr>
        <p:spPr>
          <a:xfrm>
            <a:off x="7342188" y="10271183"/>
            <a:ext cx="9018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Rontas</a:t>
            </a:r>
            <a:r>
              <a:rPr lang="hu-HU" sz="2400" dirty="0"/>
              <a:t>(</a:t>
            </a:r>
            <a:r>
              <a:rPr lang="hu-HU" sz="2400" dirty="0" err="1"/>
              <a:t>n,e</a:t>
            </a:r>
            <a:r>
              <a:rPr lang="hu-HU" sz="2400" dirty="0"/>
              <a:t>: int)[allapot &lt; 34] </a:t>
            </a:r>
            <a:r>
              <a:rPr lang="hu-HU" sz="2400" b="1" dirty="0"/>
              <a:t>/</a:t>
            </a:r>
            <a:r>
              <a:rPr lang="hu-HU" sz="2400" dirty="0"/>
              <a:t> allapot := MAX(1,allapot-n/100-e/50)</a:t>
            </a:r>
          </a:p>
        </p:txBody>
      </p:sp>
      <p:sp>
        <p:nvSpPr>
          <p:cNvPr id="88" name="Szövegdoboz 87">
            <a:extLst>
              <a:ext uri="{FF2B5EF4-FFF2-40B4-BE49-F238E27FC236}">
                <a16:creationId xmlns:a16="http://schemas.microsoft.com/office/drawing/2014/main" id="{96608686-CA26-67BC-C8A9-C32A4BC8E367}"/>
              </a:ext>
            </a:extLst>
          </p:cNvPr>
          <p:cNvSpPr txBox="1"/>
          <p:nvPr/>
        </p:nvSpPr>
        <p:spPr>
          <a:xfrm>
            <a:off x="8512058" y="10732848"/>
            <a:ext cx="64186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Javitas</a:t>
            </a:r>
            <a:r>
              <a:rPr lang="hu-HU" sz="2400" dirty="0"/>
              <a:t>(</a:t>
            </a:r>
            <a:r>
              <a:rPr lang="hu-HU" sz="2400" dirty="0" err="1"/>
              <a:t>extrapenz</a:t>
            </a:r>
            <a:r>
              <a:rPr lang="hu-HU" sz="2400" dirty="0"/>
              <a:t>: </a:t>
            </a:r>
            <a:r>
              <a:rPr lang="hu-HU" sz="2400" dirty="0" err="1"/>
              <a:t>real</a:t>
            </a:r>
            <a:r>
              <a:rPr lang="hu-HU" sz="2400" dirty="0"/>
              <a:t>)[allapot &lt;34] </a:t>
            </a:r>
            <a:r>
              <a:rPr lang="hu-HU" sz="2400" b="1" dirty="0"/>
              <a:t>/</a:t>
            </a:r>
            <a:r>
              <a:rPr lang="hu-HU" sz="2400" dirty="0"/>
              <a:t> allapot := MIN(100,allapot+(</a:t>
            </a:r>
            <a:r>
              <a:rPr lang="hu-HU" sz="2400" dirty="0" err="1"/>
              <a:t>extrapenz</a:t>
            </a:r>
            <a:r>
              <a:rPr lang="hu-HU" sz="2400" dirty="0"/>
              <a:t>/50.000.000))</a:t>
            </a:r>
          </a:p>
        </p:txBody>
      </p:sp>
      <p:sp>
        <p:nvSpPr>
          <p:cNvPr id="89" name="Szövegdoboz 88">
            <a:extLst>
              <a:ext uri="{FF2B5EF4-FFF2-40B4-BE49-F238E27FC236}">
                <a16:creationId xmlns:a16="http://schemas.microsoft.com/office/drawing/2014/main" id="{7F293206-58FD-3B6A-7988-51DD7A7FC788}"/>
              </a:ext>
            </a:extLst>
          </p:cNvPr>
          <p:cNvSpPr txBox="1"/>
          <p:nvPr/>
        </p:nvSpPr>
        <p:spPr>
          <a:xfrm>
            <a:off x="6705690" y="6944129"/>
            <a:ext cx="4010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Rontas</a:t>
            </a:r>
            <a:r>
              <a:rPr lang="hu-HU" sz="2400" dirty="0"/>
              <a:t>(</a:t>
            </a:r>
            <a:r>
              <a:rPr lang="hu-HU" sz="2400" dirty="0" err="1"/>
              <a:t>n,e</a:t>
            </a:r>
            <a:r>
              <a:rPr lang="hu-HU" sz="2400" dirty="0"/>
              <a:t>: int)[allapot &lt; 34] </a:t>
            </a:r>
            <a:r>
              <a:rPr lang="hu-HU" sz="2400" b="1" dirty="0"/>
              <a:t>/</a:t>
            </a:r>
            <a:r>
              <a:rPr lang="hu-HU" sz="2400" dirty="0"/>
              <a:t> allapot := MAX(1,allapot-n/100-e/50)</a:t>
            </a:r>
          </a:p>
        </p:txBody>
      </p:sp>
      <p:sp>
        <p:nvSpPr>
          <p:cNvPr id="90" name="Szövegdoboz 89">
            <a:extLst>
              <a:ext uri="{FF2B5EF4-FFF2-40B4-BE49-F238E27FC236}">
                <a16:creationId xmlns:a16="http://schemas.microsoft.com/office/drawing/2014/main" id="{6AAE86F1-7359-FD41-18AB-D6FB5EAE7659}"/>
              </a:ext>
            </a:extLst>
          </p:cNvPr>
          <p:cNvSpPr txBox="1"/>
          <p:nvPr/>
        </p:nvSpPr>
        <p:spPr>
          <a:xfrm>
            <a:off x="17384795" y="6451051"/>
            <a:ext cx="4010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Rontas</a:t>
            </a:r>
            <a:r>
              <a:rPr lang="hu-HU" sz="2400" dirty="0"/>
              <a:t>(</a:t>
            </a:r>
            <a:r>
              <a:rPr lang="hu-HU" sz="2400" dirty="0" err="1"/>
              <a:t>n,e</a:t>
            </a:r>
            <a:r>
              <a:rPr lang="hu-HU" sz="2400" dirty="0"/>
              <a:t>: int)[allapot &lt; 34] </a:t>
            </a:r>
            <a:r>
              <a:rPr lang="hu-HU" sz="2400" b="1" dirty="0"/>
              <a:t>/</a:t>
            </a:r>
            <a:r>
              <a:rPr lang="hu-HU" sz="2400" dirty="0"/>
              <a:t> allapot := MAX(1,allapot-n/100-e/50)</a:t>
            </a:r>
          </a:p>
        </p:txBody>
      </p:sp>
      <p:sp>
        <p:nvSpPr>
          <p:cNvPr id="91" name="Szövegdoboz 90">
            <a:extLst>
              <a:ext uri="{FF2B5EF4-FFF2-40B4-BE49-F238E27FC236}">
                <a16:creationId xmlns:a16="http://schemas.microsoft.com/office/drawing/2014/main" id="{41E97083-DEFE-8B64-AB33-051DD643B0A5}"/>
              </a:ext>
            </a:extLst>
          </p:cNvPr>
          <p:cNvSpPr txBox="1"/>
          <p:nvPr/>
        </p:nvSpPr>
        <p:spPr>
          <a:xfrm>
            <a:off x="1231719" y="6189058"/>
            <a:ext cx="44742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Javitas</a:t>
            </a:r>
            <a:r>
              <a:rPr lang="hu-HU" sz="2400" dirty="0"/>
              <a:t>(</a:t>
            </a:r>
            <a:r>
              <a:rPr lang="hu-HU" sz="2400" dirty="0" err="1"/>
              <a:t>extrapenz</a:t>
            </a:r>
            <a:r>
              <a:rPr lang="hu-HU" sz="2400" dirty="0"/>
              <a:t>: </a:t>
            </a:r>
            <a:r>
              <a:rPr lang="hu-HU" sz="2400" dirty="0" err="1"/>
              <a:t>real</a:t>
            </a:r>
            <a:r>
              <a:rPr lang="hu-HU" sz="2400" dirty="0"/>
              <a:t>)[allapot &gt; 66] </a:t>
            </a:r>
            <a:r>
              <a:rPr lang="hu-HU" sz="2400" b="1" dirty="0"/>
              <a:t>/</a:t>
            </a:r>
            <a:r>
              <a:rPr lang="hu-HU" sz="2400" dirty="0"/>
              <a:t> allapot := MIN(100,allapot+(</a:t>
            </a:r>
            <a:r>
              <a:rPr lang="hu-HU" sz="2400" dirty="0" err="1"/>
              <a:t>extrapenz</a:t>
            </a:r>
            <a:r>
              <a:rPr lang="hu-HU" sz="2400" dirty="0"/>
              <a:t>/50.000.000))</a:t>
            </a:r>
          </a:p>
        </p:txBody>
      </p:sp>
      <p:sp>
        <p:nvSpPr>
          <p:cNvPr id="92" name="Szövegdoboz 91">
            <a:extLst>
              <a:ext uri="{FF2B5EF4-FFF2-40B4-BE49-F238E27FC236}">
                <a16:creationId xmlns:a16="http://schemas.microsoft.com/office/drawing/2014/main" id="{CED65EAB-E3EF-8D5A-77B8-EB45985029F0}"/>
              </a:ext>
            </a:extLst>
          </p:cNvPr>
          <p:cNvSpPr txBox="1"/>
          <p:nvPr/>
        </p:nvSpPr>
        <p:spPr>
          <a:xfrm>
            <a:off x="12081968" y="6695083"/>
            <a:ext cx="43488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Javitas</a:t>
            </a:r>
            <a:r>
              <a:rPr lang="hu-HU" sz="2400" dirty="0"/>
              <a:t>(</a:t>
            </a:r>
            <a:r>
              <a:rPr lang="hu-HU" sz="2400" dirty="0" err="1"/>
              <a:t>extrapenz</a:t>
            </a:r>
            <a:r>
              <a:rPr lang="hu-HU" sz="2400" dirty="0"/>
              <a:t>: </a:t>
            </a:r>
            <a:r>
              <a:rPr lang="hu-HU" sz="2400" dirty="0" err="1"/>
              <a:t>real</a:t>
            </a:r>
            <a:r>
              <a:rPr lang="hu-HU" sz="2400" dirty="0"/>
              <a:t>)[allapot &gt; 33, allapot &lt; 67] </a:t>
            </a:r>
            <a:r>
              <a:rPr lang="hu-HU" sz="2400" b="1" dirty="0"/>
              <a:t>/</a:t>
            </a:r>
            <a:r>
              <a:rPr lang="hu-HU" sz="2400" dirty="0"/>
              <a:t> allapot := MIN(100,allapot+(</a:t>
            </a:r>
            <a:r>
              <a:rPr lang="hu-HU" sz="2400" dirty="0" err="1"/>
              <a:t>extrapenz</a:t>
            </a:r>
            <a:r>
              <a:rPr lang="hu-HU" sz="2400" dirty="0"/>
              <a:t>/50.000.000))</a:t>
            </a:r>
          </a:p>
        </p:txBody>
      </p:sp>
    </p:spTree>
    <p:extLst>
      <p:ext uri="{BB962C8B-B14F-4D97-AF65-F5344CB8AC3E}">
        <p14:creationId xmlns:p14="http://schemas.microsoft.com/office/powerpoint/2010/main" val="829304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é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362</TotalTime>
  <Words>1447</Words>
  <Application>Microsoft Office PowerPoint</Application>
  <PresentationFormat>Egyéni</PresentationFormat>
  <Paragraphs>200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Sándor Kolos Barnabás</dc:creator>
  <cp:lastModifiedBy>Sándor Kolos Barnabás</cp:lastModifiedBy>
  <cp:revision>2</cp:revision>
  <dcterms:created xsi:type="dcterms:W3CDTF">2024-05-13T18:41:38Z</dcterms:created>
  <dcterms:modified xsi:type="dcterms:W3CDTF">2024-10-07T00:56:46Z</dcterms:modified>
</cp:coreProperties>
</file>