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3039388" cy="12960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  <a:srgbClr val="F2F2F2"/>
    <a:srgbClr val="FFF2CC"/>
    <a:srgbClr val="FFE699"/>
    <a:srgbClr val="500000"/>
    <a:srgbClr val="CCFFFF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0FE295-074A-4C70-B235-14CDE10EE2C1}" v="21" dt="2024-11-10T21:50:06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961" autoAdjust="0"/>
  </p:normalViewPr>
  <p:slideViewPr>
    <p:cSldViewPr snapToGrid="0">
      <p:cViewPr varScale="1">
        <p:scale>
          <a:sx n="56" d="100"/>
          <a:sy n="56" d="100"/>
        </p:scale>
        <p:origin x="7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dor Kolos Barnabás" userId="2a2e4dee-3678-42a9-bb81-c80911c96718" providerId="ADAL" clId="{330FE295-074A-4C70-B235-14CDE10EE2C1}"/>
    <pc:docChg chg="custSel modSld">
      <pc:chgData name="Sándor Kolos Barnabás" userId="2a2e4dee-3678-42a9-bb81-c80911c96718" providerId="ADAL" clId="{330FE295-074A-4C70-B235-14CDE10EE2C1}" dt="2024-11-10T21:51:26.011" v="21" actId="478"/>
      <pc:docMkLst>
        <pc:docMk/>
      </pc:docMkLst>
      <pc:sldChg chg="addSp delSp modSp mod">
        <pc:chgData name="Sándor Kolos Barnabás" userId="2a2e4dee-3678-42a9-bb81-c80911c96718" providerId="ADAL" clId="{330FE295-074A-4C70-B235-14CDE10EE2C1}" dt="2024-11-10T21:51:26.011" v="21" actId="478"/>
        <pc:sldMkLst>
          <pc:docMk/>
          <pc:sldMk cId="3306127351" sldId="256"/>
        </pc:sldMkLst>
        <pc:spChg chg="del mod">
          <ac:chgData name="Sándor Kolos Barnabás" userId="2a2e4dee-3678-42a9-bb81-c80911c96718" providerId="ADAL" clId="{330FE295-074A-4C70-B235-14CDE10EE2C1}" dt="2024-11-10T21:51:26.011" v="21" actId="478"/>
          <ac:spMkLst>
            <pc:docMk/>
            <pc:sldMk cId="3306127351" sldId="256"/>
            <ac:spMk id="19" creationId="{0BCCB79A-6D5A-0772-E327-A497EF50AC00}"/>
          </ac:spMkLst>
        </pc:spChg>
        <pc:spChg chg="del mod">
          <ac:chgData name="Sándor Kolos Barnabás" userId="2a2e4dee-3678-42a9-bb81-c80911c96718" providerId="ADAL" clId="{330FE295-074A-4C70-B235-14CDE10EE2C1}" dt="2024-11-10T21:51:26.011" v="21" actId="478"/>
          <ac:spMkLst>
            <pc:docMk/>
            <pc:sldMk cId="3306127351" sldId="256"/>
            <ac:spMk id="25" creationId="{8974413E-B1DF-EDEF-4D6B-296D30074C64}"/>
          </ac:spMkLst>
        </pc:spChg>
        <pc:spChg chg="del mod">
          <ac:chgData name="Sándor Kolos Barnabás" userId="2a2e4dee-3678-42a9-bb81-c80911c96718" providerId="ADAL" clId="{330FE295-074A-4C70-B235-14CDE10EE2C1}" dt="2024-11-10T21:51:26.011" v="21" actId="478"/>
          <ac:spMkLst>
            <pc:docMk/>
            <pc:sldMk cId="3306127351" sldId="256"/>
            <ac:spMk id="29" creationId="{533969AF-828C-0042-AA4F-1154AEBE00AA}"/>
          </ac:spMkLst>
        </pc:spChg>
        <pc:spChg chg="del mod">
          <ac:chgData name="Sándor Kolos Barnabás" userId="2a2e4dee-3678-42a9-bb81-c80911c96718" providerId="ADAL" clId="{330FE295-074A-4C70-B235-14CDE10EE2C1}" dt="2024-11-10T21:51:26.011" v="21" actId="478"/>
          <ac:spMkLst>
            <pc:docMk/>
            <pc:sldMk cId="3306127351" sldId="256"/>
            <ac:spMk id="30" creationId="{C1E31E80-CAE5-C4EB-76BB-4C867D7B230F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40" creationId="{E7C1749C-68F4-A933-1FAF-2B5EFF4F0849}"/>
          </ac:spMkLst>
        </pc:spChg>
        <pc:spChg chg="add del 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43" creationId="{8AF92C4B-205D-A946-88F3-A23198C0059E}"/>
          </ac:spMkLst>
        </pc:spChg>
        <pc:spChg chg="add del">
          <ac:chgData name="Sándor Kolos Barnabás" userId="2a2e4dee-3678-42a9-bb81-c80911c96718" providerId="ADAL" clId="{330FE295-074A-4C70-B235-14CDE10EE2C1}" dt="2024-11-10T21:06:49.178" v="7" actId="478"/>
          <ac:spMkLst>
            <pc:docMk/>
            <pc:sldMk cId="3306127351" sldId="256"/>
            <ac:spMk id="50" creationId="{2F0FB7B5-04CD-998E-E7AF-F2EA35888824}"/>
          </ac:spMkLst>
        </pc:spChg>
        <pc:spChg chg="add del mod">
          <ac:chgData name="Sándor Kolos Barnabás" userId="2a2e4dee-3678-42a9-bb81-c80911c96718" providerId="ADAL" clId="{330FE295-074A-4C70-B235-14CDE10EE2C1}" dt="2024-11-10T21:06:45.886" v="6"/>
          <ac:spMkLst>
            <pc:docMk/>
            <pc:sldMk cId="3306127351" sldId="256"/>
            <ac:spMk id="51" creationId="{39DBC3E5-FE7D-5D1F-D9D8-4E0DD6718FC2}"/>
          </ac:spMkLst>
        </pc:spChg>
        <pc:spChg chg="add">
          <ac:chgData name="Sándor Kolos Barnabás" userId="2a2e4dee-3678-42a9-bb81-c80911c96718" providerId="ADAL" clId="{330FE295-074A-4C70-B235-14CDE10EE2C1}" dt="2024-11-10T21:06:38.499" v="3"/>
          <ac:spMkLst>
            <pc:docMk/>
            <pc:sldMk cId="3306127351" sldId="256"/>
            <ac:spMk id="53" creationId="{990E14AB-4A99-6362-E907-A6A9E97A6402}"/>
          </ac:spMkLst>
        </pc:spChg>
        <pc:spChg chg="add 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58" creationId="{9ABF7719-763F-9194-DD99-B15D62E2F4A1}"/>
          </ac:spMkLst>
        </pc:spChg>
        <pc:spChg chg="add 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59" creationId="{6550378E-105A-8F99-8D4F-228F6D905921}"/>
          </ac:spMkLst>
        </pc:spChg>
        <pc:spChg chg="add">
          <ac:chgData name="Sándor Kolos Barnabás" userId="2a2e4dee-3678-42a9-bb81-c80911c96718" providerId="ADAL" clId="{330FE295-074A-4C70-B235-14CDE10EE2C1}" dt="2024-11-10T21:21:58.572" v="11"/>
          <ac:spMkLst>
            <pc:docMk/>
            <pc:sldMk cId="3306127351" sldId="256"/>
            <ac:spMk id="67" creationId="{57891714-4008-DF2C-C288-1EACC1365789}"/>
          </ac:spMkLst>
        </pc:spChg>
        <pc:spChg chg="add 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06" creationId="{21DA2A49-1795-964E-A8B3-02C9F6C633E5}"/>
          </ac:spMkLst>
        </pc:spChg>
        <pc:spChg chg="add mod">
          <ac:chgData name="Sándor Kolos Barnabás" userId="2a2e4dee-3678-42a9-bb81-c80911c96718" providerId="ADAL" clId="{330FE295-074A-4C70-B235-14CDE10EE2C1}" dt="2024-11-10T21:47:36.399" v="14"/>
          <ac:spMkLst>
            <pc:docMk/>
            <pc:sldMk cId="3306127351" sldId="256"/>
            <ac:spMk id="119" creationId="{B84709E8-F609-404C-E24F-4FF31F954EA1}"/>
          </ac:spMkLst>
        </pc:spChg>
        <pc:spChg chg="add mod">
          <ac:chgData name="Sándor Kolos Barnabás" userId="2a2e4dee-3678-42a9-bb81-c80911c96718" providerId="ADAL" clId="{330FE295-074A-4C70-B235-14CDE10EE2C1}" dt="2024-11-10T21:47:36.399" v="14"/>
          <ac:spMkLst>
            <pc:docMk/>
            <pc:sldMk cId="3306127351" sldId="256"/>
            <ac:spMk id="120" creationId="{A74C5465-9F53-E0DB-5B44-CDAC2393C100}"/>
          </ac:spMkLst>
        </pc:spChg>
        <pc:spChg chg="add 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22" creationId="{8636B2DF-AADF-B93F-AC04-F7697D06A460}"/>
          </ac:spMkLst>
        </pc:spChg>
        <pc:spChg chg="add 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23" creationId="{F782E01D-0961-7675-3BC2-ADF51C7E1BE3}"/>
          </ac:spMkLst>
        </pc:spChg>
        <pc:spChg chg="add mod">
          <ac:chgData name="Sándor Kolos Barnabás" userId="2a2e4dee-3678-42a9-bb81-c80911c96718" providerId="ADAL" clId="{330FE295-074A-4C70-B235-14CDE10EE2C1}" dt="2024-11-10T21:48:58.334" v="16"/>
          <ac:spMkLst>
            <pc:docMk/>
            <pc:sldMk cId="3306127351" sldId="256"/>
            <ac:spMk id="125" creationId="{0858FFC6-E844-4925-90E9-FE48C32C72CE}"/>
          </ac:spMkLst>
        </pc:spChg>
        <pc:spChg chg="add 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30" creationId="{0C22D8C9-0FBC-DBAF-2A73-8327D8C31C3B}"/>
          </ac:spMkLst>
        </pc:spChg>
        <pc:spChg chg="add 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33" creationId="{51DA6C44-30E4-03E4-04C3-DAD786C61EEA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38" creationId="{84C92443-1E3E-8D56-57A7-80ADCCE51BE9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39" creationId="{CC4A9558-1028-8CAD-CEFA-E02ABA33E6EE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40" creationId="{BA6F50F0-2690-9352-FAD2-951CDFEFD6CF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41" creationId="{149A91C1-C34E-6121-7F7B-88AE0FB84322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45" creationId="{EBA80E62-FCFB-4F0D-8240-16D11F55C3C1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54" creationId="{D3391E06-A649-56B2-00C5-073C75080D82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59" creationId="{9704C54B-C84E-7316-6C8E-D8FEBFFCA2B1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162" creationId="{AE7CD4F7-05CF-5D10-B358-A8291CCB4CF1}"/>
          </ac:spMkLst>
        </pc:spChg>
        <pc:spChg chg="mod">
          <ac:chgData name="Sándor Kolos Barnabás" userId="2a2e4dee-3678-42a9-bb81-c80911c96718" providerId="ADAL" clId="{330FE295-074A-4C70-B235-14CDE10EE2C1}" dt="2024-11-10T21:51:22.820" v="20" actId="1076"/>
          <ac:spMkLst>
            <pc:docMk/>
            <pc:sldMk cId="3306127351" sldId="256"/>
            <ac:spMk id="267" creationId="{66B8F853-94F6-712E-E546-B70E5F226F9D}"/>
          </ac:spMkLst>
        </pc:spChg>
        <pc:graphicFrameChg chg="mod">
          <ac:chgData name="Sándor Kolos Barnabás" userId="2a2e4dee-3678-42a9-bb81-c80911c96718" providerId="ADAL" clId="{330FE295-074A-4C70-B235-14CDE10EE2C1}" dt="2024-11-10T21:51:22.820" v="20" actId="1076"/>
          <ac:graphicFrameMkLst>
            <pc:docMk/>
            <pc:sldMk cId="3306127351" sldId="256"/>
            <ac:graphicFrameMk id="8" creationId="{9623B2B2-6683-0FF0-26E5-FC0ACF9ED64B}"/>
          </ac:graphicFrameMkLst>
        </pc:graphicFrameChg>
        <pc:graphicFrameChg chg="mod">
          <ac:chgData name="Sándor Kolos Barnabás" userId="2a2e4dee-3678-42a9-bb81-c80911c96718" providerId="ADAL" clId="{330FE295-074A-4C70-B235-14CDE10EE2C1}" dt="2024-11-10T21:51:22.820" v="20" actId="1076"/>
          <ac:graphicFrameMkLst>
            <pc:docMk/>
            <pc:sldMk cId="3306127351" sldId="256"/>
            <ac:graphicFrameMk id="12" creationId="{D5F542B8-C1F2-F10E-8F93-FD949A4F3746}"/>
          </ac:graphicFrameMkLst>
        </pc:graphicFrameChg>
        <pc:graphicFrameChg chg="add mod">
          <ac:chgData name="Sándor Kolos Barnabás" userId="2a2e4dee-3678-42a9-bb81-c80911c96718" providerId="ADAL" clId="{330FE295-074A-4C70-B235-14CDE10EE2C1}" dt="2024-11-10T21:51:22.820" v="20" actId="1076"/>
          <ac:graphicFrameMkLst>
            <pc:docMk/>
            <pc:sldMk cId="3306127351" sldId="256"/>
            <ac:graphicFrameMk id="116" creationId="{38818210-D4F1-15F2-23B2-72EB5F55006F}"/>
          </ac:graphicFrameMkLst>
        </pc:graphicFrameChg>
        <pc:cxnChg chg="del mod">
          <ac:chgData name="Sándor Kolos Barnabás" userId="2a2e4dee-3678-42a9-bb81-c80911c96718" providerId="ADAL" clId="{330FE295-074A-4C70-B235-14CDE10EE2C1}" dt="2024-11-10T21:51:26.011" v="21" actId="478"/>
          <ac:cxnSpMkLst>
            <pc:docMk/>
            <pc:sldMk cId="3306127351" sldId="256"/>
            <ac:cxnSpMk id="27" creationId="{93E9BFA3-C803-48C0-803D-372FBEBC594E}"/>
          </ac:cxnSpMkLst>
        </pc:cxnChg>
        <pc:cxnChg chg="del mod">
          <ac:chgData name="Sándor Kolos Barnabás" userId="2a2e4dee-3678-42a9-bb81-c80911c96718" providerId="ADAL" clId="{330FE295-074A-4C70-B235-14CDE10EE2C1}" dt="2024-11-10T21:51:26.011" v="21" actId="478"/>
          <ac:cxnSpMkLst>
            <pc:docMk/>
            <pc:sldMk cId="3306127351" sldId="256"/>
            <ac:cxnSpMk id="32" creationId="{6D273BFC-73B7-0F70-B20A-93CA81D7A146}"/>
          </ac:cxnSpMkLst>
        </pc:cxnChg>
        <pc:cxnChg chg="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45" creationId="{C4ABC650-8D76-20AA-4323-0718561E4206}"/>
          </ac:cxnSpMkLst>
        </pc:cxnChg>
        <pc:cxnChg chg="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57" creationId="{8830195C-5396-E56E-00B4-A1329CC171F8}"/>
          </ac:cxnSpMkLst>
        </pc:cxnChg>
        <pc:cxnChg chg="add 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62" creationId="{D564249A-B76C-94DF-C2F7-8C35B1274A22}"/>
          </ac:cxnSpMkLst>
        </pc:cxnChg>
        <pc:cxnChg chg="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111" creationId="{723A81C6-A431-B6FB-39DE-EB230F725B6E}"/>
          </ac:cxnSpMkLst>
        </pc:cxnChg>
        <pc:cxnChg chg="add 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112" creationId="{90548C83-EE3B-8F90-2355-A4E54A909FAE}"/>
          </ac:cxnSpMkLst>
        </pc:cxnChg>
        <pc:cxnChg chg="add 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121" creationId="{327F320D-526B-BE95-887F-29623FE4F48C}"/>
          </ac:cxnSpMkLst>
        </pc:cxnChg>
        <pc:cxnChg chg="add 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124" creationId="{516F95EE-0ED0-135C-0E92-F24A0A696448}"/>
          </ac:cxnSpMkLst>
        </pc:cxnChg>
        <pc:cxnChg chg="add 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131" creationId="{8FCDFAEC-077A-4401-9A3B-6EE36293E970}"/>
          </ac:cxnSpMkLst>
        </pc:cxnChg>
        <pc:cxnChg chg="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146" creationId="{CAA01C1E-9341-EAF9-546B-070F13A76A4A}"/>
          </ac:cxnSpMkLst>
        </pc:cxnChg>
        <pc:cxnChg chg="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155" creationId="{606D9FDE-A074-89D4-13F2-4D1B5E8DF9EF}"/>
          </ac:cxnSpMkLst>
        </pc:cxnChg>
        <pc:cxnChg chg="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158" creationId="{B8E0AF6B-3D9A-8B29-2DB5-6CCB18C9A643}"/>
          </ac:cxnSpMkLst>
        </pc:cxnChg>
        <pc:cxnChg chg="mod">
          <ac:chgData name="Sándor Kolos Barnabás" userId="2a2e4dee-3678-42a9-bb81-c80911c96718" providerId="ADAL" clId="{330FE295-074A-4C70-B235-14CDE10EE2C1}" dt="2024-11-10T21:51:22.820" v="20" actId="1076"/>
          <ac:cxnSpMkLst>
            <pc:docMk/>
            <pc:sldMk cId="3306127351" sldId="256"/>
            <ac:cxnSpMk id="163" creationId="{1AA9FD9D-560A-204D-41E0-4ECDD9772BE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9924" y="2121058"/>
            <a:ext cx="17279541" cy="4512122"/>
          </a:xfrm>
        </p:spPr>
        <p:txBody>
          <a:bodyPr anchor="b"/>
          <a:lstStyle>
            <a:lvl1pPr algn="ctr">
              <a:defRPr sz="11338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9924" y="6807185"/>
            <a:ext cx="17279541" cy="3129084"/>
          </a:xfrm>
        </p:spPr>
        <p:txBody>
          <a:bodyPr/>
          <a:lstStyle>
            <a:lvl1pPr marL="0" indent="0" algn="ctr">
              <a:buNone/>
              <a:defRPr sz="4535"/>
            </a:lvl1pPr>
            <a:lvl2pPr marL="863971" indent="0" algn="ctr">
              <a:buNone/>
              <a:defRPr sz="3779"/>
            </a:lvl2pPr>
            <a:lvl3pPr marL="1727942" indent="0" algn="ctr">
              <a:buNone/>
              <a:defRPr sz="3401"/>
            </a:lvl3pPr>
            <a:lvl4pPr marL="2591913" indent="0" algn="ctr">
              <a:buNone/>
              <a:defRPr sz="3024"/>
            </a:lvl4pPr>
            <a:lvl5pPr marL="3455883" indent="0" algn="ctr">
              <a:buNone/>
              <a:defRPr sz="3024"/>
            </a:lvl5pPr>
            <a:lvl6pPr marL="4319854" indent="0" algn="ctr">
              <a:buNone/>
              <a:defRPr sz="3024"/>
            </a:lvl6pPr>
            <a:lvl7pPr marL="5183825" indent="0" algn="ctr">
              <a:buNone/>
              <a:defRPr sz="3024"/>
            </a:lvl7pPr>
            <a:lvl8pPr marL="6047796" indent="0" algn="ctr">
              <a:buNone/>
              <a:defRPr sz="3024"/>
            </a:lvl8pPr>
            <a:lvl9pPr marL="6911767" indent="0" algn="ctr">
              <a:buNone/>
              <a:defRPr sz="3024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672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990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958" y="3231089"/>
            <a:ext cx="19871472" cy="5391145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958" y="8673236"/>
            <a:ext cx="19871472" cy="2835076"/>
          </a:xfrm>
        </p:spPr>
        <p:txBody>
          <a:bodyPr/>
          <a:lstStyle>
            <a:lvl1pPr marL="0" indent="0">
              <a:buNone/>
              <a:defRPr sz="4535">
                <a:solidFill>
                  <a:schemeClr val="tx1">
                    <a:tint val="82000"/>
                  </a:schemeClr>
                </a:solidFill>
              </a:defRPr>
            </a:lvl1pPr>
            <a:lvl2pPr marL="863971" indent="0">
              <a:buNone/>
              <a:defRPr sz="3779">
                <a:solidFill>
                  <a:schemeClr val="tx1">
                    <a:tint val="82000"/>
                  </a:schemeClr>
                </a:solidFill>
              </a:defRPr>
            </a:lvl2pPr>
            <a:lvl3pPr marL="1727942" indent="0">
              <a:buNone/>
              <a:defRPr sz="3401">
                <a:solidFill>
                  <a:schemeClr val="tx1">
                    <a:tint val="82000"/>
                  </a:schemeClr>
                </a:solidFill>
              </a:defRPr>
            </a:lvl3pPr>
            <a:lvl4pPr marL="259191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4pPr>
            <a:lvl5pPr marL="345588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5pPr>
            <a:lvl6pPr marL="4319854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6pPr>
            <a:lvl7pPr marL="5183825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7pPr>
            <a:lvl8pPr marL="604779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8pPr>
            <a:lvl9pPr marL="6911767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401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3958" y="3450093"/>
            <a:ext cx="9791740" cy="822322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63690" y="3450093"/>
            <a:ext cx="9791740" cy="822322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155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690019"/>
            <a:ext cx="19871472" cy="250506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6960" y="3177087"/>
            <a:ext cx="9746740" cy="1557041"/>
          </a:xfrm>
        </p:spPr>
        <p:txBody>
          <a:bodyPr anchor="b"/>
          <a:lstStyle>
            <a:lvl1pPr marL="0" indent="0">
              <a:buNone/>
              <a:defRPr sz="4535" b="1"/>
            </a:lvl1pPr>
            <a:lvl2pPr marL="863971" indent="0">
              <a:buNone/>
              <a:defRPr sz="3779" b="1"/>
            </a:lvl2pPr>
            <a:lvl3pPr marL="1727942" indent="0">
              <a:buNone/>
              <a:defRPr sz="3401" b="1"/>
            </a:lvl3pPr>
            <a:lvl4pPr marL="2591913" indent="0">
              <a:buNone/>
              <a:defRPr sz="3024" b="1"/>
            </a:lvl4pPr>
            <a:lvl5pPr marL="3455883" indent="0">
              <a:buNone/>
              <a:defRPr sz="3024" b="1"/>
            </a:lvl5pPr>
            <a:lvl6pPr marL="4319854" indent="0">
              <a:buNone/>
              <a:defRPr sz="3024" b="1"/>
            </a:lvl6pPr>
            <a:lvl7pPr marL="5183825" indent="0">
              <a:buNone/>
              <a:defRPr sz="3024" b="1"/>
            </a:lvl7pPr>
            <a:lvl8pPr marL="6047796" indent="0">
              <a:buNone/>
              <a:defRPr sz="3024" b="1"/>
            </a:lvl8pPr>
            <a:lvl9pPr marL="6911767" indent="0">
              <a:buNone/>
              <a:defRPr sz="302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6960" y="4734128"/>
            <a:ext cx="9746740" cy="6963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63690" y="3177087"/>
            <a:ext cx="9794741" cy="1557041"/>
          </a:xfrm>
        </p:spPr>
        <p:txBody>
          <a:bodyPr anchor="b"/>
          <a:lstStyle>
            <a:lvl1pPr marL="0" indent="0">
              <a:buNone/>
              <a:defRPr sz="4535" b="1"/>
            </a:lvl1pPr>
            <a:lvl2pPr marL="863971" indent="0">
              <a:buNone/>
              <a:defRPr sz="3779" b="1"/>
            </a:lvl2pPr>
            <a:lvl3pPr marL="1727942" indent="0">
              <a:buNone/>
              <a:defRPr sz="3401" b="1"/>
            </a:lvl3pPr>
            <a:lvl4pPr marL="2591913" indent="0">
              <a:buNone/>
              <a:defRPr sz="3024" b="1"/>
            </a:lvl4pPr>
            <a:lvl5pPr marL="3455883" indent="0">
              <a:buNone/>
              <a:defRPr sz="3024" b="1"/>
            </a:lvl5pPr>
            <a:lvl6pPr marL="4319854" indent="0">
              <a:buNone/>
              <a:defRPr sz="3024" b="1"/>
            </a:lvl6pPr>
            <a:lvl7pPr marL="5183825" indent="0">
              <a:buNone/>
              <a:defRPr sz="3024" b="1"/>
            </a:lvl7pPr>
            <a:lvl8pPr marL="6047796" indent="0">
              <a:buNone/>
              <a:defRPr sz="3024" b="1"/>
            </a:lvl8pPr>
            <a:lvl9pPr marL="6911767" indent="0">
              <a:buNone/>
              <a:defRPr sz="302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63690" y="4734128"/>
            <a:ext cx="9794741" cy="6963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692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968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5077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864023"/>
            <a:ext cx="7430802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4741" y="1866051"/>
            <a:ext cx="11663690" cy="9210249"/>
          </a:xfrm>
        </p:spPr>
        <p:txBody>
          <a:bodyPr/>
          <a:lstStyle>
            <a:lvl1pPr>
              <a:defRPr sz="6047"/>
            </a:lvl1pPr>
            <a:lvl2pPr>
              <a:defRPr sz="5291"/>
            </a:lvl2pPr>
            <a:lvl3pPr>
              <a:defRPr sz="4535"/>
            </a:lvl3pPr>
            <a:lvl4pPr>
              <a:defRPr sz="3779"/>
            </a:lvl4pPr>
            <a:lvl5pPr>
              <a:defRPr sz="3779"/>
            </a:lvl5pPr>
            <a:lvl6pPr>
              <a:defRPr sz="3779"/>
            </a:lvl6pPr>
            <a:lvl7pPr>
              <a:defRPr sz="3779"/>
            </a:lvl7pPr>
            <a:lvl8pPr>
              <a:defRPr sz="3779"/>
            </a:lvl8pPr>
            <a:lvl9pPr>
              <a:defRPr sz="3779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888105"/>
            <a:ext cx="7430802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3971" indent="0">
              <a:buNone/>
              <a:defRPr sz="2646"/>
            </a:lvl2pPr>
            <a:lvl3pPr marL="1727942" indent="0">
              <a:buNone/>
              <a:defRPr sz="2268"/>
            </a:lvl3pPr>
            <a:lvl4pPr marL="2591913" indent="0">
              <a:buNone/>
              <a:defRPr sz="1890"/>
            </a:lvl4pPr>
            <a:lvl5pPr marL="3455883" indent="0">
              <a:buNone/>
              <a:defRPr sz="1890"/>
            </a:lvl5pPr>
            <a:lvl6pPr marL="4319854" indent="0">
              <a:buNone/>
              <a:defRPr sz="1890"/>
            </a:lvl6pPr>
            <a:lvl7pPr marL="5183825" indent="0">
              <a:buNone/>
              <a:defRPr sz="1890"/>
            </a:lvl7pPr>
            <a:lvl8pPr marL="6047796" indent="0">
              <a:buNone/>
              <a:defRPr sz="1890"/>
            </a:lvl8pPr>
            <a:lvl9pPr marL="6911767" indent="0">
              <a:buNone/>
              <a:defRPr sz="189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546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864023"/>
            <a:ext cx="7430802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94741" y="1866051"/>
            <a:ext cx="11663690" cy="9210249"/>
          </a:xfrm>
        </p:spPr>
        <p:txBody>
          <a:bodyPr anchor="t"/>
          <a:lstStyle>
            <a:lvl1pPr marL="0" indent="0">
              <a:buNone/>
              <a:defRPr sz="6047"/>
            </a:lvl1pPr>
            <a:lvl2pPr marL="863971" indent="0">
              <a:buNone/>
              <a:defRPr sz="5291"/>
            </a:lvl2pPr>
            <a:lvl3pPr marL="1727942" indent="0">
              <a:buNone/>
              <a:defRPr sz="4535"/>
            </a:lvl3pPr>
            <a:lvl4pPr marL="2591913" indent="0">
              <a:buNone/>
              <a:defRPr sz="3779"/>
            </a:lvl4pPr>
            <a:lvl5pPr marL="3455883" indent="0">
              <a:buNone/>
              <a:defRPr sz="3779"/>
            </a:lvl5pPr>
            <a:lvl6pPr marL="4319854" indent="0">
              <a:buNone/>
              <a:defRPr sz="3779"/>
            </a:lvl6pPr>
            <a:lvl7pPr marL="5183825" indent="0">
              <a:buNone/>
              <a:defRPr sz="3779"/>
            </a:lvl7pPr>
            <a:lvl8pPr marL="6047796" indent="0">
              <a:buNone/>
              <a:defRPr sz="3779"/>
            </a:lvl8pPr>
            <a:lvl9pPr marL="6911767" indent="0">
              <a:buNone/>
              <a:defRPr sz="3779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888105"/>
            <a:ext cx="7430802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3971" indent="0">
              <a:buNone/>
              <a:defRPr sz="2646"/>
            </a:lvl2pPr>
            <a:lvl3pPr marL="1727942" indent="0">
              <a:buNone/>
              <a:defRPr sz="2268"/>
            </a:lvl3pPr>
            <a:lvl4pPr marL="2591913" indent="0">
              <a:buNone/>
              <a:defRPr sz="1890"/>
            </a:lvl4pPr>
            <a:lvl5pPr marL="3455883" indent="0">
              <a:buNone/>
              <a:defRPr sz="1890"/>
            </a:lvl5pPr>
            <a:lvl6pPr marL="4319854" indent="0">
              <a:buNone/>
              <a:defRPr sz="1890"/>
            </a:lvl6pPr>
            <a:lvl7pPr marL="5183825" indent="0">
              <a:buNone/>
              <a:defRPr sz="1890"/>
            </a:lvl7pPr>
            <a:lvl8pPr marL="6047796" indent="0">
              <a:buNone/>
              <a:defRPr sz="1890"/>
            </a:lvl8pPr>
            <a:lvl9pPr marL="6911767" indent="0">
              <a:buNone/>
              <a:defRPr sz="189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734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6670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87562" y="690018"/>
            <a:ext cx="4967868" cy="109832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3958" y="690018"/>
            <a:ext cx="14615612" cy="1098329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570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3958" y="690019"/>
            <a:ext cx="19871472" cy="2505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958" y="3450093"/>
            <a:ext cx="19871472" cy="8223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3958" y="12012325"/>
            <a:ext cx="5183862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61A1F-3C0D-4997-817D-225F1B9CE5FB}" type="datetimeFigureOut">
              <a:rPr lang="hu-HU" smtClean="0"/>
              <a:t>2024. 11. 10.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31798" y="12012325"/>
            <a:ext cx="7775793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71568" y="12012325"/>
            <a:ext cx="5183862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973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27942" rtl="0" eaLnBrk="1" latinLnBrk="0" hangingPunct="1">
        <a:lnSpc>
          <a:spcPct val="90000"/>
        </a:lnSpc>
        <a:spcBef>
          <a:spcPct val="0"/>
        </a:spcBef>
        <a:buNone/>
        <a:defRPr sz="8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985" indent="-431985" algn="l" defTabSz="1727942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1pPr>
      <a:lvl2pPr marL="1295956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2pPr>
      <a:lvl3pPr marL="2159927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79" kern="1200">
          <a:solidFill>
            <a:schemeClr val="tx1"/>
          </a:solidFill>
          <a:latin typeface="+mn-lt"/>
          <a:ea typeface="+mn-ea"/>
          <a:cs typeface="+mn-cs"/>
        </a:defRPr>
      </a:lvl3pPr>
      <a:lvl4pPr marL="3023898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4pPr>
      <a:lvl5pPr marL="3887869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5pPr>
      <a:lvl6pPr marL="4751840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6pPr>
      <a:lvl7pPr marL="5615810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7pPr>
      <a:lvl8pPr marL="6479781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8pPr>
      <a:lvl9pPr marL="7343752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1pPr>
      <a:lvl2pPr marL="863971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2pPr>
      <a:lvl3pPr marL="1727942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3pPr>
      <a:lvl4pPr marL="2591913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4pPr>
      <a:lvl5pPr marL="3455883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5pPr>
      <a:lvl6pPr marL="4319854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6pPr>
      <a:lvl7pPr marL="5183825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7pPr>
      <a:lvl8pPr marL="6047796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8pPr>
      <a:lvl9pPr marL="6911767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9623B2B2-6683-0FF0-26E5-FC0ACF9ED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721484"/>
              </p:ext>
            </p:extLst>
          </p:nvPr>
        </p:nvGraphicFramePr>
        <p:xfrm>
          <a:off x="7347827" y="1852018"/>
          <a:ext cx="3892503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2503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62656">
                <a:tc>
                  <a:txBody>
                    <a:bodyPr/>
                    <a:lstStyle/>
                    <a:p>
                      <a:pPr algn="ctr"/>
                      <a:r>
                        <a:rPr lang="hu-HU" sz="2000" b="0" dirty="0" err="1">
                          <a:solidFill>
                            <a:schemeClr val="tx1"/>
                          </a:solidFill>
                        </a:rPr>
                        <a:t>RubikGUI</a:t>
                      </a:r>
                      <a:endParaRPr lang="hu-H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813680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JFrame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frame;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JTextField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[][] clocks;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JButton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[][] buttons;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Clock[]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clockValues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JPanel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clockPanel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new Random();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clickNum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0;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JButton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newGame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Container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resetter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306862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b="0" dirty="0" err="1">
                          <a:solidFill>
                            <a:schemeClr val="tx1"/>
                          </a:solidFill>
                        </a:rPr>
                        <a:t>RubikGUI</a:t>
                      </a:r>
                      <a:r>
                        <a:rPr lang="hu-HU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startNewGame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resetGame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checkForGameOver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D5F542B8-C1F2-F10E-8F93-FD949A4F3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524256"/>
              </p:ext>
            </p:extLst>
          </p:nvPr>
        </p:nvGraphicFramePr>
        <p:xfrm>
          <a:off x="10979551" y="7543764"/>
          <a:ext cx="3155017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5017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07703">
                <a:tc>
                  <a:txBody>
                    <a:bodyPr/>
                    <a:lstStyle/>
                    <a:p>
                      <a:pPr algn="ctr"/>
                      <a:r>
                        <a:rPr lang="hu-HU" sz="1600" b="0" dirty="0" err="1">
                          <a:solidFill>
                            <a:schemeClr val="tx1"/>
                          </a:solidFill>
                        </a:rPr>
                        <a:t>Clock</a:t>
                      </a:r>
                      <a:endParaRPr lang="hu-HU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targetNum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: int {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time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: int {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Clock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(int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targetNum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addTime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57" name="Egyenes összekötő 56">
            <a:extLst>
              <a:ext uri="{FF2B5EF4-FFF2-40B4-BE49-F238E27FC236}">
                <a16:creationId xmlns:a16="http://schemas.microsoft.com/office/drawing/2014/main" id="{8830195C-5396-E56E-00B4-A1329CC171F8}"/>
              </a:ext>
            </a:extLst>
          </p:cNvPr>
          <p:cNvCxnSpPr>
            <a:cxnSpLocks/>
          </p:cNvCxnSpPr>
          <p:nvPr/>
        </p:nvCxnSpPr>
        <p:spPr>
          <a:xfrm>
            <a:off x="9249892" y="5970390"/>
            <a:ext cx="0" cy="949933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Ellipszis 137">
            <a:extLst>
              <a:ext uri="{FF2B5EF4-FFF2-40B4-BE49-F238E27FC236}">
                <a16:creationId xmlns:a16="http://schemas.microsoft.com/office/drawing/2014/main" id="{84C92443-1E3E-8D56-57A7-80ADCCE51BE9}"/>
              </a:ext>
            </a:extLst>
          </p:cNvPr>
          <p:cNvSpPr/>
          <p:nvPr/>
        </p:nvSpPr>
        <p:spPr>
          <a:xfrm>
            <a:off x="11018295" y="458674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9" name="Ellipszis 138">
            <a:extLst>
              <a:ext uri="{FF2B5EF4-FFF2-40B4-BE49-F238E27FC236}">
                <a16:creationId xmlns:a16="http://schemas.microsoft.com/office/drawing/2014/main" id="{CC4A9558-1028-8CAD-CEFA-E02ABA33E6EE}"/>
              </a:ext>
            </a:extLst>
          </p:cNvPr>
          <p:cNvSpPr/>
          <p:nvPr/>
        </p:nvSpPr>
        <p:spPr>
          <a:xfrm>
            <a:off x="11018295" y="4801871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0" name="Ellipszis 139">
            <a:extLst>
              <a:ext uri="{FF2B5EF4-FFF2-40B4-BE49-F238E27FC236}">
                <a16:creationId xmlns:a16="http://schemas.microsoft.com/office/drawing/2014/main" id="{BA6F50F0-2690-9352-FAD2-951CDFEFD6CF}"/>
              </a:ext>
            </a:extLst>
          </p:cNvPr>
          <p:cNvSpPr/>
          <p:nvPr/>
        </p:nvSpPr>
        <p:spPr>
          <a:xfrm>
            <a:off x="11018295" y="5055851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1" name="Ellipszis 140">
            <a:extLst>
              <a:ext uri="{FF2B5EF4-FFF2-40B4-BE49-F238E27FC236}">
                <a16:creationId xmlns:a16="http://schemas.microsoft.com/office/drawing/2014/main" id="{149A91C1-C34E-6121-7F7B-88AE0FB84322}"/>
              </a:ext>
            </a:extLst>
          </p:cNvPr>
          <p:cNvSpPr/>
          <p:nvPr/>
        </p:nvSpPr>
        <p:spPr>
          <a:xfrm>
            <a:off x="11018295" y="5339528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Téglalap: egyik sarkán levágva 144">
            <a:extLst>
              <a:ext uri="{FF2B5EF4-FFF2-40B4-BE49-F238E27FC236}">
                <a16:creationId xmlns:a16="http://schemas.microsoft.com/office/drawing/2014/main" id="{EBA80E62-FCFB-4F0D-8240-16D11F55C3C1}"/>
              </a:ext>
            </a:extLst>
          </p:cNvPr>
          <p:cNvSpPr/>
          <p:nvPr/>
        </p:nvSpPr>
        <p:spPr>
          <a:xfrm>
            <a:off x="11773897" y="1951184"/>
            <a:ext cx="4231338" cy="68907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Frame</a:t>
            </a:r>
            <a:r>
              <a:rPr lang="hu-HU" sz="1200" dirty="0">
                <a:solidFill>
                  <a:srgbClr val="000000"/>
                </a:solidFill>
              </a:rPr>
              <a:t> =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Frame</a:t>
            </a:r>
            <a:r>
              <a:rPr lang="hu-HU" sz="1200" dirty="0">
                <a:solidFill>
                  <a:srgbClr val="000000"/>
                </a:solidFill>
              </a:rPr>
              <a:t>();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Frame.setDefaultCloseOperation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JFrame.</a:t>
            </a:r>
            <a:r>
              <a:rPr lang="hu-HU" sz="1200" i="1" dirty="0" err="1">
                <a:solidFill>
                  <a:srgbClr val="000000"/>
                </a:solidFill>
              </a:rPr>
              <a:t>EXIT_ON_CLOSE</a:t>
            </a:r>
            <a:r>
              <a:rPr lang="hu-HU" sz="1200" dirty="0">
                <a:solidFill>
                  <a:srgbClr val="000000"/>
                </a:solidFill>
              </a:rPr>
              <a:t>);</a:t>
            </a:r>
          </a:p>
          <a:p>
            <a:r>
              <a:rPr lang="hu-HU" sz="1200" dirty="0">
                <a:solidFill>
                  <a:srgbClr val="000000"/>
                </a:solidFill>
              </a:rPr>
              <a:t>…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CAA01C1E-9341-EAF9-546B-070F13A76A4A}"/>
              </a:ext>
            </a:extLst>
          </p:cNvPr>
          <p:cNvCxnSpPr>
            <a:cxnSpLocks/>
            <a:stCxn id="145" idx="2"/>
            <a:endCxn id="138" idx="6"/>
          </p:cNvCxnSpPr>
          <p:nvPr/>
        </p:nvCxnSpPr>
        <p:spPr>
          <a:xfrm flipH="1">
            <a:off x="11130133" y="2295724"/>
            <a:ext cx="643764" cy="234694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églalap: egyik sarkán levágva 153">
            <a:extLst>
              <a:ext uri="{FF2B5EF4-FFF2-40B4-BE49-F238E27FC236}">
                <a16:creationId xmlns:a16="http://schemas.microsoft.com/office/drawing/2014/main" id="{D3391E06-A649-56B2-00C5-073C75080D82}"/>
              </a:ext>
            </a:extLst>
          </p:cNvPr>
          <p:cNvSpPr/>
          <p:nvPr/>
        </p:nvSpPr>
        <p:spPr>
          <a:xfrm>
            <a:off x="11773897" y="2768922"/>
            <a:ext cx="3335988" cy="90046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clockPanel</a:t>
            </a:r>
            <a:r>
              <a:rPr lang="hu-HU" sz="1200" dirty="0">
                <a:solidFill>
                  <a:srgbClr val="000000"/>
                </a:solidFill>
              </a:rPr>
              <a:t> =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Jpanel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GridLayout</a:t>
            </a:r>
            <a:r>
              <a:rPr lang="hu-HU" sz="1200" dirty="0">
                <a:solidFill>
                  <a:srgbClr val="000000"/>
                </a:solidFill>
              </a:rPr>
              <a:t>(5,5);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Clocks</a:t>
            </a:r>
            <a:r>
              <a:rPr lang="hu-HU" sz="1200" dirty="0">
                <a:solidFill>
                  <a:srgbClr val="000000"/>
                </a:solidFill>
              </a:rPr>
              <a:t> =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JTextField</a:t>
            </a:r>
            <a:r>
              <a:rPr lang="hu-HU" sz="1200" dirty="0">
                <a:solidFill>
                  <a:srgbClr val="000000"/>
                </a:solidFill>
              </a:rPr>
              <a:t>[5][5];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clockValues</a:t>
            </a:r>
            <a:r>
              <a:rPr lang="hu-HU" sz="1200" dirty="0">
                <a:solidFill>
                  <a:srgbClr val="000000"/>
                </a:solidFill>
              </a:rPr>
              <a:t> =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Clock</a:t>
            </a:r>
            <a:r>
              <a:rPr lang="hu-HU" sz="1200" dirty="0">
                <a:solidFill>
                  <a:srgbClr val="000000"/>
                </a:solidFill>
              </a:rPr>
              <a:t>[9];</a:t>
            </a:r>
          </a:p>
          <a:p>
            <a:r>
              <a:rPr lang="hu-HU" sz="1200" dirty="0">
                <a:solidFill>
                  <a:srgbClr val="000000"/>
                </a:solidFill>
              </a:rPr>
              <a:t>…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606D9FDE-A074-89D4-13F2-4D1B5E8DF9EF}"/>
              </a:ext>
            </a:extLst>
          </p:cNvPr>
          <p:cNvCxnSpPr>
            <a:cxnSpLocks/>
            <a:stCxn id="154" idx="2"/>
            <a:endCxn id="139" idx="6"/>
          </p:cNvCxnSpPr>
          <p:nvPr/>
        </p:nvCxnSpPr>
        <p:spPr>
          <a:xfrm flipH="1">
            <a:off x="11130133" y="3219154"/>
            <a:ext cx="643764" cy="1638636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Egyenes összekötő 157">
            <a:extLst>
              <a:ext uri="{FF2B5EF4-FFF2-40B4-BE49-F238E27FC236}">
                <a16:creationId xmlns:a16="http://schemas.microsoft.com/office/drawing/2014/main" id="{B8E0AF6B-3D9A-8B29-2DB5-6CCB18C9A643}"/>
              </a:ext>
            </a:extLst>
          </p:cNvPr>
          <p:cNvCxnSpPr>
            <a:cxnSpLocks/>
            <a:stCxn id="159" idx="2"/>
            <a:endCxn id="140" idx="6"/>
          </p:cNvCxnSpPr>
          <p:nvPr/>
        </p:nvCxnSpPr>
        <p:spPr>
          <a:xfrm flipH="1">
            <a:off x="11130133" y="4219959"/>
            <a:ext cx="643764" cy="891811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églalap: egyik sarkán levágva 158">
            <a:extLst>
              <a:ext uri="{FF2B5EF4-FFF2-40B4-BE49-F238E27FC236}">
                <a16:creationId xmlns:a16="http://schemas.microsoft.com/office/drawing/2014/main" id="{9704C54B-C84E-7316-6C8E-D8FEBFFCA2B1}"/>
              </a:ext>
            </a:extLst>
          </p:cNvPr>
          <p:cNvSpPr/>
          <p:nvPr/>
        </p:nvSpPr>
        <p:spPr>
          <a:xfrm>
            <a:off x="11773897" y="3777341"/>
            <a:ext cx="1650063" cy="885236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chemeClr val="tx1"/>
                </a:solidFill>
              </a:rPr>
              <a:t>Resetter.removeAll</a:t>
            </a:r>
            <a:r>
              <a:rPr lang="hu-HU" sz="1200" dirty="0">
                <a:solidFill>
                  <a:schemeClr val="tx1"/>
                </a:solidFill>
              </a:rPr>
              <a:t>();</a:t>
            </a:r>
          </a:p>
          <a:p>
            <a:r>
              <a:rPr lang="hu-HU" sz="1200" dirty="0" err="1">
                <a:solidFill>
                  <a:schemeClr val="tx1"/>
                </a:solidFill>
              </a:rPr>
              <a:t>Resetter.revalidate</a:t>
            </a:r>
            <a:r>
              <a:rPr lang="hu-HU" sz="1200" dirty="0">
                <a:solidFill>
                  <a:schemeClr val="tx1"/>
                </a:solidFill>
              </a:rPr>
              <a:t>();</a:t>
            </a:r>
          </a:p>
          <a:p>
            <a:r>
              <a:rPr lang="hu-HU" sz="1200" dirty="0" err="1">
                <a:solidFill>
                  <a:schemeClr val="tx1"/>
                </a:solidFill>
              </a:rPr>
              <a:t>Resetter.repaint</a:t>
            </a:r>
            <a:r>
              <a:rPr lang="hu-HU" sz="1200" dirty="0">
                <a:solidFill>
                  <a:schemeClr val="tx1"/>
                </a:solidFill>
              </a:rPr>
              <a:t>();</a:t>
            </a:r>
          </a:p>
          <a:p>
            <a:r>
              <a:rPr lang="hu-HU" sz="1200" dirty="0" err="1">
                <a:solidFill>
                  <a:schemeClr val="tx1"/>
                </a:solidFill>
              </a:rPr>
              <a:t>startNewGame</a:t>
            </a:r>
            <a:r>
              <a:rPr lang="hu-HU" sz="1200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162" name="Téglalap: egyik sarkán levágva 161">
            <a:extLst>
              <a:ext uri="{FF2B5EF4-FFF2-40B4-BE49-F238E27FC236}">
                <a16:creationId xmlns:a16="http://schemas.microsoft.com/office/drawing/2014/main" id="{AE7CD4F7-05CF-5D10-B358-A8291CCB4CF1}"/>
              </a:ext>
            </a:extLst>
          </p:cNvPr>
          <p:cNvSpPr/>
          <p:nvPr/>
        </p:nvSpPr>
        <p:spPr>
          <a:xfrm>
            <a:off x="11773898" y="4718497"/>
            <a:ext cx="1773888" cy="636630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Boolean </a:t>
            </a:r>
            <a:r>
              <a:rPr lang="hu-HU" sz="1200" dirty="0" err="1">
                <a:solidFill>
                  <a:srgbClr val="000000"/>
                </a:solidFill>
              </a:rPr>
              <a:t>isOver</a:t>
            </a:r>
            <a:r>
              <a:rPr lang="hu-HU" sz="1200" dirty="0">
                <a:solidFill>
                  <a:srgbClr val="000000"/>
                </a:solidFill>
              </a:rPr>
              <a:t> = </a:t>
            </a:r>
            <a:r>
              <a:rPr lang="hu-HU" sz="1200" dirty="0" err="1">
                <a:solidFill>
                  <a:srgbClr val="000000"/>
                </a:solidFill>
              </a:rPr>
              <a:t>true</a:t>
            </a:r>
            <a:r>
              <a:rPr lang="hu-HU" sz="1200" dirty="0">
                <a:solidFill>
                  <a:srgbClr val="000000"/>
                </a:solidFill>
              </a:rPr>
              <a:t>;</a:t>
            </a:r>
          </a:p>
          <a:p>
            <a:r>
              <a:rPr lang="hu-HU" sz="1200" dirty="0">
                <a:solidFill>
                  <a:srgbClr val="000000"/>
                </a:solidFill>
              </a:rPr>
              <a:t>Int i = 0;</a:t>
            </a:r>
          </a:p>
          <a:p>
            <a:r>
              <a:rPr lang="hu-HU" sz="1200" dirty="0">
                <a:solidFill>
                  <a:srgbClr val="000000"/>
                </a:solidFill>
              </a:rPr>
              <a:t>…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1AA9FD9D-560A-204D-41E0-4ECDD9772BE2}"/>
              </a:ext>
            </a:extLst>
          </p:cNvPr>
          <p:cNvCxnSpPr>
            <a:cxnSpLocks/>
            <a:stCxn id="162" idx="2"/>
            <a:endCxn id="141" idx="6"/>
          </p:cNvCxnSpPr>
          <p:nvPr/>
        </p:nvCxnSpPr>
        <p:spPr>
          <a:xfrm flipH="1">
            <a:off x="11130133" y="5036812"/>
            <a:ext cx="643765" cy="35863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Szövegdoboz 266">
            <a:extLst>
              <a:ext uri="{FF2B5EF4-FFF2-40B4-BE49-F238E27FC236}">
                <a16:creationId xmlns:a16="http://schemas.microsoft.com/office/drawing/2014/main" id="{66B8F853-94F6-712E-E546-B70E5F226F9D}"/>
              </a:ext>
            </a:extLst>
          </p:cNvPr>
          <p:cNvSpPr txBox="1"/>
          <p:nvPr/>
        </p:nvSpPr>
        <p:spPr>
          <a:xfrm>
            <a:off x="12524782" y="7174432"/>
            <a:ext cx="1517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+</a:t>
            </a:r>
            <a:r>
              <a:rPr lang="hu-HU" dirty="0" err="1"/>
              <a:t>clockValues</a:t>
            </a:r>
            <a:endParaRPr lang="hu-HU" dirty="0"/>
          </a:p>
        </p:txBody>
      </p:sp>
      <p:sp>
        <p:nvSpPr>
          <p:cNvPr id="40" name="Ellipszis 39">
            <a:extLst>
              <a:ext uri="{FF2B5EF4-FFF2-40B4-BE49-F238E27FC236}">
                <a16:creationId xmlns:a16="http://schemas.microsoft.com/office/drawing/2014/main" id="{E7C1749C-68F4-A933-1FAF-2B5EFF4F0849}"/>
              </a:ext>
            </a:extLst>
          </p:cNvPr>
          <p:cNvSpPr/>
          <p:nvPr/>
        </p:nvSpPr>
        <p:spPr>
          <a:xfrm>
            <a:off x="13937096" y="8565846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" name="Téglalap: egyik sarkán levágva 42">
            <a:extLst>
              <a:ext uri="{FF2B5EF4-FFF2-40B4-BE49-F238E27FC236}">
                <a16:creationId xmlns:a16="http://schemas.microsoft.com/office/drawing/2014/main" id="{8AF92C4B-205D-A946-88F3-A23198C0059E}"/>
              </a:ext>
            </a:extLst>
          </p:cNvPr>
          <p:cNvSpPr/>
          <p:nvPr/>
        </p:nvSpPr>
        <p:spPr>
          <a:xfrm>
            <a:off x="14828832" y="8391409"/>
            <a:ext cx="3714581" cy="589648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This.targetNum</a:t>
            </a:r>
            <a:r>
              <a:rPr lang="hu-HU" sz="1200" dirty="0">
                <a:solidFill>
                  <a:srgbClr val="000000"/>
                </a:solidFill>
              </a:rPr>
              <a:t> = </a:t>
            </a:r>
            <a:r>
              <a:rPr lang="hu-HU" sz="1200" dirty="0" err="1">
                <a:solidFill>
                  <a:srgbClr val="000000"/>
                </a:solidFill>
              </a:rPr>
              <a:t>targetNum</a:t>
            </a:r>
            <a:r>
              <a:rPr lang="hu-HU" sz="1200" dirty="0">
                <a:solidFill>
                  <a:srgbClr val="000000"/>
                </a:solidFill>
              </a:rPr>
              <a:t>;</a:t>
            </a:r>
          </a:p>
          <a:p>
            <a:r>
              <a:rPr lang="hu-HU" sz="1200" dirty="0">
                <a:solidFill>
                  <a:srgbClr val="000000"/>
                </a:solidFill>
              </a:rPr>
              <a:t>Random </a:t>
            </a:r>
            <a:r>
              <a:rPr lang="hu-HU" sz="1200" dirty="0" err="1">
                <a:solidFill>
                  <a:srgbClr val="000000"/>
                </a:solidFill>
              </a:rPr>
              <a:t>random</a:t>
            </a:r>
            <a:r>
              <a:rPr lang="hu-HU" sz="1200" dirty="0">
                <a:solidFill>
                  <a:srgbClr val="000000"/>
                </a:solidFill>
              </a:rPr>
              <a:t> =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Random();</a:t>
            </a:r>
          </a:p>
          <a:p>
            <a:r>
              <a:rPr lang="hu-HU" sz="1200" dirty="0">
                <a:solidFill>
                  <a:srgbClr val="000000"/>
                </a:solidFill>
              </a:rPr>
              <a:t>Time = </a:t>
            </a:r>
            <a:r>
              <a:rPr lang="hu-HU" sz="1200" dirty="0" err="1">
                <a:solidFill>
                  <a:srgbClr val="000000"/>
                </a:solidFill>
              </a:rPr>
              <a:t>random.nextInt</a:t>
            </a:r>
            <a:r>
              <a:rPr lang="hu-HU" sz="1200" dirty="0">
                <a:solidFill>
                  <a:srgbClr val="000000"/>
                </a:solidFill>
              </a:rPr>
              <a:t>(12);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45" name="Egyenes összekötő 44">
            <a:extLst>
              <a:ext uri="{FF2B5EF4-FFF2-40B4-BE49-F238E27FC236}">
                <a16:creationId xmlns:a16="http://schemas.microsoft.com/office/drawing/2014/main" id="{C4ABC650-8D76-20AA-4323-0718561E4206}"/>
              </a:ext>
            </a:extLst>
          </p:cNvPr>
          <p:cNvCxnSpPr>
            <a:cxnSpLocks/>
            <a:stCxn id="43" idx="2"/>
            <a:endCxn id="40" idx="6"/>
          </p:cNvCxnSpPr>
          <p:nvPr/>
        </p:nvCxnSpPr>
        <p:spPr>
          <a:xfrm flipH="1" flipV="1">
            <a:off x="14048934" y="8621765"/>
            <a:ext cx="779898" cy="6446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llipszis 57">
            <a:extLst>
              <a:ext uri="{FF2B5EF4-FFF2-40B4-BE49-F238E27FC236}">
                <a16:creationId xmlns:a16="http://schemas.microsoft.com/office/drawing/2014/main" id="{9ABF7719-763F-9194-DD99-B15D62E2F4A1}"/>
              </a:ext>
            </a:extLst>
          </p:cNvPr>
          <p:cNvSpPr/>
          <p:nvPr/>
        </p:nvSpPr>
        <p:spPr>
          <a:xfrm>
            <a:off x="13937096" y="8791792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9" name="Téglalap: egyik sarkán levágva 58">
            <a:extLst>
              <a:ext uri="{FF2B5EF4-FFF2-40B4-BE49-F238E27FC236}">
                <a16:creationId xmlns:a16="http://schemas.microsoft.com/office/drawing/2014/main" id="{6550378E-105A-8F99-8D4F-228F6D905921}"/>
              </a:ext>
            </a:extLst>
          </p:cNvPr>
          <p:cNvSpPr/>
          <p:nvPr/>
        </p:nvSpPr>
        <p:spPr>
          <a:xfrm>
            <a:off x="14828831" y="9150879"/>
            <a:ext cx="3714581" cy="447050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(</a:t>
            </a:r>
            <a:r>
              <a:rPr lang="hu-HU" sz="1200" dirty="0" err="1">
                <a:solidFill>
                  <a:srgbClr val="000000"/>
                </a:solidFill>
              </a:rPr>
              <a:t>time</a:t>
            </a:r>
            <a:r>
              <a:rPr lang="hu-HU" sz="1200" dirty="0">
                <a:solidFill>
                  <a:srgbClr val="000000"/>
                </a:solidFill>
              </a:rPr>
              <a:t> &lt; 12) {++</a:t>
            </a:r>
            <a:r>
              <a:rPr lang="hu-HU" sz="1200" dirty="0" err="1">
                <a:solidFill>
                  <a:srgbClr val="000000"/>
                </a:solidFill>
              </a:rPr>
              <a:t>time</a:t>
            </a:r>
            <a:r>
              <a:rPr lang="hu-HU" sz="1200" dirty="0">
                <a:solidFill>
                  <a:srgbClr val="000000"/>
                </a:solidFill>
              </a:rPr>
              <a:t>;}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{</a:t>
            </a:r>
            <a:r>
              <a:rPr lang="hu-HU" sz="1200" dirty="0" err="1">
                <a:solidFill>
                  <a:srgbClr val="000000"/>
                </a:solidFill>
              </a:rPr>
              <a:t>time</a:t>
            </a:r>
            <a:r>
              <a:rPr lang="hu-HU" sz="1200" dirty="0">
                <a:solidFill>
                  <a:srgbClr val="000000"/>
                </a:solidFill>
              </a:rPr>
              <a:t> = 1;}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62" name="Egyenes összekötő 61">
            <a:extLst>
              <a:ext uri="{FF2B5EF4-FFF2-40B4-BE49-F238E27FC236}">
                <a16:creationId xmlns:a16="http://schemas.microsoft.com/office/drawing/2014/main" id="{D564249A-B76C-94DF-C2F7-8C35B1274A22}"/>
              </a:ext>
            </a:extLst>
          </p:cNvPr>
          <p:cNvCxnSpPr>
            <a:cxnSpLocks/>
            <a:stCxn id="59" idx="2"/>
            <a:endCxn id="58" idx="6"/>
          </p:cNvCxnSpPr>
          <p:nvPr/>
        </p:nvCxnSpPr>
        <p:spPr>
          <a:xfrm flipH="1" flipV="1">
            <a:off x="14048934" y="8847711"/>
            <a:ext cx="779897" cy="52669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mbusz 105">
            <a:extLst>
              <a:ext uri="{FF2B5EF4-FFF2-40B4-BE49-F238E27FC236}">
                <a16:creationId xmlns:a16="http://schemas.microsoft.com/office/drawing/2014/main" id="{21DA2A49-1795-964E-A8B3-02C9F6C633E5}"/>
              </a:ext>
            </a:extLst>
          </p:cNvPr>
          <p:cNvSpPr/>
          <p:nvPr/>
        </p:nvSpPr>
        <p:spPr>
          <a:xfrm>
            <a:off x="9089942" y="5626674"/>
            <a:ext cx="343716" cy="343716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1" name="Egyenes összekötő 110">
            <a:extLst>
              <a:ext uri="{FF2B5EF4-FFF2-40B4-BE49-F238E27FC236}">
                <a16:creationId xmlns:a16="http://schemas.microsoft.com/office/drawing/2014/main" id="{723A81C6-A431-B6FB-39DE-EB230F725B6E}"/>
              </a:ext>
            </a:extLst>
          </p:cNvPr>
          <p:cNvCxnSpPr/>
          <p:nvPr/>
        </p:nvCxnSpPr>
        <p:spPr>
          <a:xfrm>
            <a:off x="5903442" y="6920323"/>
            <a:ext cx="66929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Egyenes összekötő 111">
            <a:extLst>
              <a:ext uri="{FF2B5EF4-FFF2-40B4-BE49-F238E27FC236}">
                <a16:creationId xmlns:a16="http://schemas.microsoft.com/office/drawing/2014/main" id="{90548C83-EE3B-8F90-2355-A4E54A909FAE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2557059" y="6920323"/>
            <a:ext cx="0" cy="6234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16" name="Táblázat 115">
            <a:extLst>
              <a:ext uri="{FF2B5EF4-FFF2-40B4-BE49-F238E27FC236}">
                <a16:creationId xmlns:a16="http://schemas.microsoft.com/office/drawing/2014/main" id="{38818210-D4F1-15F2-23B2-72EB5F550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517802"/>
              </p:ext>
            </p:extLst>
          </p:nvPr>
        </p:nvGraphicFramePr>
        <p:xfrm>
          <a:off x="4325933" y="7543764"/>
          <a:ext cx="3710052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0052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202558">
                <a:tc>
                  <a:txBody>
                    <a:bodyPr/>
                    <a:lstStyle/>
                    <a:p>
                      <a:pPr algn="ctr"/>
                      <a:r>
                        <a:rPr lang="hu-HU" sz="1600" b="0" dirty="0" err="1">
                          <a:solidFill>
                            <a:schemeClr val="tx1"/>
                          </a:solidFill>
                        </a:rPr>
                        <a:t>ButtonListener</a:t>
                      </a:r>
                      <a:endParaRPr lang="hu-HU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targets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: int[]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ButtonListener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(x: int, y: int)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actionPerformed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ActionEvent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121" name="Egyenes összekötő 120">
            <a:extLst>
              <a:ext uri="{FF2B5EF4-FFF2-40B4-BE49-F238E27FC236}">
                <a16:creationId xmlns:a16="http://schemas.microsoft.com/office/drawing/2014/main" id="{327F320D-526B-BE95-887F-29623FE4F48C}"/>
              </a:ext>
            </a:extLst>
          </p:cNvPr>
          <p:cNvCxnSpPr>
            <a:cxnSpLocks/>
          </p:cNvCxnSpPr>
          <p:nvPr/>
        </p:nvCxnSpPr>
        <p:spPr>
          <a:xfrm flipV="1">
            <a:off x="5903442" y="6908473"/>
            <a:ext cx="0" cy="6234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Ellipszis 121">
            <a:extLst>
              <a:ext uri="{FF2B5EF4-FFF2-40B4-BE49-F238E27FC236}">
                <a16:creationId xmlns:a16="http://schemas.microsoft.com/office/drawing/2014/main" id="{8636B2DF-AADF-B93F-AC04-F7697D06A460}"/>
              </a:ext>
            </a:extLst>
          </p:cNvPr>
          <p:cNvSpPr/>
          <p:nvPr/>
        </p:nvSpPr>
        <p:spPr>
          <a:xfrm>
            <a:off x="7803148" y="831695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3" name="Téglalap: egyik sarkán levágva 122">
            <a:extLst>
              <a:ext uri="{FF2B5EF4-FFF2-40B4-BE49-F238E27FC236}">
                <a16:creationId xmlns:a16="http://schemas.microsoft.com/office/drawing/2014/main" id="{F782E01D-0961-7675-3BC2-ADF51C7E1BE3}"/>
              </a:ext>
            </a:extLst>
          </p:cNvPr>
          <p:cNvSpPr/>
          <p:nvPr/>
        </p:nvSpPr>
        <p:spPr>
          <a:xfrm>
            <a:off x="8161484" y="7582693"/>
            <a:ext cx="2706601" cy="55176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(x == 1 &amp;&amp; y == 1) {</a:t>
            </a:r>
          </a:p>
          <a:p>
            <a:r>
              <a:rPr lang="hu-HU" sz="1200" dirty="0">
                <a:solidFill>
                  <a:srgbClr val="000000"/>
                </a:solidFill>
              </a:rPr>
              <a:t>	</a:t>
            </a:r>
            <a:r>
              <a:rPr lang="hu-HU" sz="1200" dirty="0" err="1">
                <a:solidFill>
                  <a:srgbClr val="000000"/>
                </a:solidFill>
              </a:rPr>
              <a:t>targets</a:t>
            </a:r>
            <a:r>
              <a:rPr lang="hu-HU" sz="1200" dirty="0">
                <a:solidFill>
                  <a:srgbClr val="000000"/>
                </a:solidFill>
              </a:rPr>
              <a:t> =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int[]{ …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24" name="Egyenes összekötő 123">
            <a:extLst>
              <a:ext uri="{FF2B5EF4-FFF2-40B4-BE49-F238E27FC236}">
                <a16:creationId xmlns:a16="http://schemas.microsoft.com/office/drawing/2014/main" id="{516F95EE-0ED0-135C-0E92-F24A0A696448}"/>
              </a:ext>
            </a:extLst>
          </p:cNvPr>
          <p:cNvCxnSpPr>
            <a:cxnSpLocks/>
            <a:stCxn id="123" idx="2"/>
            <a:endCxn id="122" idx="6"/>
          </p:cNvCxnSpPr>
          <p:nvPr/>
        </p:nvCxnSpPr>
        <p:spPr>
          <a:xfrm flipH="1">
            <a:off x="7914986" y="7858578"/>
            <a:ext cx="246498" cy="51429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Ellipszis 129">
            <a:extLst>
              <a:ext uri="{FF2B5EF4-FFF2-40B4-BE49-F238E27FC236}">
                <a16:creationId xmlns:a16="http://schemas.microsoft.com/office/drawing/2014/main" id="{0C22D8C9-0FBC-DBAF-2A73-8327D8C31C3B}"/>
              </a:ext>
            </a:extLst>
          </p:cNvPr>
          <p:cNvSpPr/>
          <p:nvPr/>
        </p:nvSpPr>
        <p:spPr>
          <a:xfrm>
            <a:off x="7803148" y="8523511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131" name="Egyenes összekötő 130">
            <a:extLst>
              <a:ext uri="{FF2B5EF4-FFF2-40B4-BE49-F238E27FC236}">
                <a16:creationId xmlns:a16="http://schemas.microsoft.com/office/drawing/2014/main" id="{8FCDFAEC-077A-4401-9A3B-6EE36293E970}"/>
              </a:ext>
            </a:extLst>
          </p:cNvPr>
          <p:cNvCxnSpPr>
            <a:cxnSpLocks/>
            <a:stCxn id="133" idx="2"/>
            <a:endCxn id="130" idx="6"/>
          </p:cNvCxnSpPr>
          <p:nvPr/>
        </p:nvCxnSpPr>
        <p:spPr>
          <a:xfrm flipH="1" flipV="1">
            <a:off x="7914986" y="8579430"/>
            <a:ext cx="254963" cy="2362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églalap: egyik sarkán levágva 132">
            <a:extLst>
              <a:ext uri="{FF2B5EF4-FFF2-40B4-BE49-F238E27FC236}">
                <a16:creationId xmlns:a16="http://schemas.microsoft.com/office/drawing/2014/main" id="{51DA6C44-30E4-03E4-04C3-DAD786C61EEA}"/>
              </a:ext>
            </a:extLst>
          </p:cNvPr>
          <p:cNvSpPr/>
          <p:nvPr/>
        </p:nvSpPr>
        <p:spPr>
          <a:xfrm>
            <a:off x="8169949" y="8225052"/>
            <a:ext cx="2706601" cy="756005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For</a:t>
            </a:r>
            <a:r>
              <a:rPr lang="hu-HU" sz="1200" dirty="0">
                <a:solidFill>
                  <a:srgbClr val="000000"/>
                </a:solidFill>
              </a:rPr>
              <a:t> (int t : </a:t>
            </a:r>
            <a:r>
              <a:rPr lang="hu-HU" sz="1200" dirty="0" err="1">
                <a:solidFill>
                  <a:srgbClr val="000000"/>
                </a:solidFill>
              </a:rPr>
              <a:t>targets</a:t>
            </a:r>
            <a:r>
              <a:rPr lang="hu-HU" sz="1200" dirty="0">
                <a:solidFill>
                  <a:srgbClr val="000000"/>
                </a:solidFill>
              </a:rPr>
              <a:t>) {</a:t>
            </a:r>
          </a:p>
          <a:p>
            <a:r>
              <a:rPr lang="hu-HU" sz="1200" dirty="0">
                <a:solidFill>
                  <a:srgbClr val="000000"/>
                </a:solidFill>
              </a:rPr>
              <a:t>	</a:t>
            </a:r>
            <a:r>
              <a:rPr lang="hu-HU" sz="1200" dirty="0" err="1">
                <a:solidFill>
                  <a:srgbClr val="000000"/>
                </a:solidFill>
              </a:rPr>
              <a:t>boolean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found</a:t>
            </a:r>
            <a:r>
              <a:rPr lang="hu-HU" sz="1200" dirty="0">
                <a:solidFill>
                  <a:srgbClr val="000000"/>
                </a:solidFill>
              </a:rPr>
              <a:t> = </a:t>
            </a:r>
            <a:r>
              <a:rPr lang="hu-HU" sz="1200" dirty="0" err="1">
                <a:solidFill>
                  <a:srgbClr val="000000"/>
                </a:solidFill>
              </a:rPr>
              <a:t>false</a:t>
            </a:r>
            <a:r>
              <a:rPr lang="hu-HU" sz="1200" dirty="0">
                <a:solidFill>
                  <a:srgbClr val="000000"/>
                </a:solidFill>
              </a:rPr>
              <a:t>;</a:t>
            </a:r>
          </a:p>
          <a:p>
            <a:r>
              <a:rPr lang="hu-HU" sz="1200" dirty="0">
                <a:solidFill>
                  <a:srgbClr val="000000"/>
                </a:solidFill>
              </a:rPr>
              <a:t>…</a:t>
            </a:r>
            <a:endParaRPr lang="hu-H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127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416</TotalTime>
  <Words>253</Words>
  <Application>Microsoft Office PowerPoint</Application>
  <PresentationFormat>Egyéni</PresentationFormat>
  <Paragraphs>40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Sándor Kolos Barnabás</dc:creator>
  <cp:lastModifiedBy>Sándor Kolos Barnabás</cp:lastModifiedBy>
  <cp:revision>3</cp:revision>
  <dcterms:created xsi:type="dcterms:W3CDTF">2024-05-13T18:41:38Z</dcterms:created>
  <dcterms:modified xsi:type="dcterms:W3CDTF">2024-11-10T21:51:31Z</dcterms:modified>
</cp:coreProperties>
</file>