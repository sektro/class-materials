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9CD6"/>
    <a:srgbClr val="99B2DF"/>
    <a:srgbClr val="0F1A2F"/>
    <a:srgbClr val="27467D"/>
    <a:srgbClr val="31579B"/>
    <a:srgbClr val="537D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5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-1518" y="-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FFA7C3-512B-422F-8DC3-4B6262D2A21C}" type="datetimeFigureOut">
              <a:rPr lang="hu-HU" smtClean="0"/>
              <a:t>2023.11.29.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7BA4F7-6AEA-492C-9C6C-C61DA1837D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22949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08A626F-8055-F156-234A-477EC5E359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D6C08FB-1A12-A368-F997-E0E5513098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E5255EC-3DA4-62C3-3EB9-AA704DBEE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ECF2B-6D9D-4CE2-B9BB-3F88285FDE90}" type="datetimeFigureOut">
              <a:rPr lang="hu-HU" smtClean="0"/>
              <a:t>2023.11.29.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987EA60-079C-B58C-320F-AB31A9675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70891A4-C237-6469-CE42-7CC19CE1B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F7276-6097-4010-9477-9FCE25F90B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95113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042D4B0-44C1-175A-933E-9AEE4EAE2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9960FD1-F9D2-1117-929A-00B8420A2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9EFA145-C68F-FA22-2CBB-05561A521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ECF2B-6D9D-4CE2-B9BB-3F88285FDE90}" type="datetimeFigureOut">
              <a:rPr lang="hu-HU" smtClean="0"/>
              <a:t>2023.11.29.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422BF56-3C05-6D6E-7505-00FCBF5EC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89A5BE7-094B-283D-70EE-6E7707260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F7276-6097-4010-9477-9FCE25F90B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4817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45E84AF-EAE2-F228-AFBB-90C73E196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0F41B08-80FE-4233-559A-28240C193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98338B1-AC5C-2CE6-92D7-9D876C741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ECF2B-6D9D-4CE2-B9BB-3F88285FDE90}" type="datetimeFigureOut">
              <a:rPr lang="hu-HU" smtClean="0"/>
              <a:t>2023.11.29.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2861E50-6DA9-8F7F-1787-372C04BE1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CF0D965-B763-2285-17BE-F82ED30D7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F7276-6097-4010-9477-9FCE25F90B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53514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D14BDA-E4FB-E9A9-7067-24211018B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94DD494-4997-9FBC-D402-68392FE845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70678A0-C142-938F-189C-880EDAC46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D758244-65D4-7586-9190-D5E8846BC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ECF2B-6D9D-4CE2-B9BB-3F88285FDE90}" type="datetimeFigureOut">
              <a:rPr lang="hu-HU" smtClean="0"/>
              <a:t>2023.11.29.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C1115D8-074B-1962-2C5B-1CCE7C218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E7A1D3F-1431-3D04-5264-DA77D6534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F7276-6097-4010-9477-9FCE25F90B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60073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B3C0FF4-EBCC-4E6F-BE28-B7D78D1E3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87BC2CE-F8E9-867B-FC77-F86562877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89465AC0-6505-A1FE-8565-CAE356B424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2420CC02-7DDE-9267-8128-94C4AD4AD7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C8D2E5B9-B63C-83B9-BC65-74D7BA0E38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1A26952E-4070-5EE6-702B-C3466F531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ECF2B-6D9D-4CE2-B9BB-3F88285FDE90}" type="datetimeFigureOut">
              <a:rPr lang="hu-HU" smtClean="0"/>
              <a:t>2023.11.29.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4C809985-FC01-58D4-3C61-3E980955B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C88A3C2C-2B04-E652-FAC3-B604F6E9D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F7276-6097-4010-9477-9FCE25F90B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93582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E281933-B11A-7676-59FE-4601FCBA1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68D5C112-E3F0-CAAB-370E-C9238A9B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ECF2B-6D9D-4CE2-B9BB-3F88285FDE90}" type="datetimeFigureOut">
              <a:rPr lang="hu-HU" smtClean="0"/>
              <a:t>2023.11.29.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A80B9178-8650-D4B7-FFCF-AA74E94F5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D149929C-EE36-F019-8A69-6CE0D028A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F7276-6097-4010-9477-9FCE25F90B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18074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DC334B0B-A0EA-AF32-4305-58BCA04E8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ECF2B-6D9D-4CE2-B9BB-3F88285FDE90}" type="datetimeFigureOut">
              <a:rPr lang="hu-HU" smtClean="0"/>
              <a:t>2023.11.29.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D1142479-F72E-F0DE-F049-BC201E756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9D17390-C528-7C2A-F332-97C89DFE5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F7276-6097-4010-9477-9FCE25F90B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73590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B850FFE-F4E1-0F83-45DB-9F8E42FD8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1233187-1B49-7374-F335-D609C2C66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1F9B62AB-32CB-CB3A-B577-A1254E305A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192526C-6037-96F7-39E9-94720339F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ECF2B-6D9D-4CE2-B9BB-3F88285FDE90}" type="datetimeFigureOut">
              <a:rPr lang="hu-HU" smtClean="0"/>
              <a:t>2023.11.29.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99A3C4F-4A9E-B979-1FD1-49656CC4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DB75844-C1F1-4203-8B84-1265A56BF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F7276-6097-4010-9477-9FCE25F90B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81698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2A7B777-DE64-9EBF-1C47-B1BA2DFF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2D2ABFAD-A1A2-CF32-E8E8-C50EE56D23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17343CD-52CB-F0FA-33D5-5DB096885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21473FA-90DD-A3A0-5281-6AD908277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ECF2B-6D9D-4CE2-B9BB-3F88285FDE90}" type="datetimeFigureOut">
              <a:rPr lang="hu-HU" smtClean="0"/>
              <a:t>2023.11.29.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181EB4A-4474-5267-221C-F0AE902D1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F638C64-86E2-78B6-EE1A-D3ABAEA51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F7276-6097-4010-9477-9FCE25F90B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7885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ABF32F8-305A-FC00-26D9-FB944514B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826F4596-F78F-54C1-AC4A-56F93041B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85F97CE-C961-69C2-AE7D-06F41209E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ECF2B-6D9D-4CE2-B9BB-3F88285FDE90}" type="datetimeFigureOut">
              <a:rPr lang="hu-HU" smtClean="0"/>
              <a:t>2023.11.29.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6B92EB9-F21D-EEAD-C811-0967441BF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14D8BDB-E627-90C8-6559-0C40A0912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F7276-6097-4010-9477-9FCE25F90B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46610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77F71C5F-6837-7765-1279-D4D81F4A27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ABD357E-80AA-A3E2-383C-0B5A603978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6544D19-0326-1CE7-841D-DA62CC55B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ECF2B-6D9D-4CE2-B9BB-3F88285FDE90}" type="datetimeFigureOut">
              <a:rPr lang="hu-HU" smtClean="0"/>
              <a:t>2023.11.29.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7B1D4AA-3BB7-1BA1-8183-77EF79991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CFD7DA7-D338-1944-9D30-322D86C13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F7276-6097-4010-9477-9FCE25F90B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56651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5A0A3C51-C3B6-D067-9319-B42BF49FD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A93593C-DF82-FE37-22CF-CE44D5551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F94A25C-5985-8E82-0D46-B72F503F67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ECF2B-6D9D-4CE2-B9BB-3F88285FDE90}" type="datetimeFigureOut">
              <a:rPr lang="hu-HU" smtClean="0"/>
              <a:t>2023.11.29.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16DA73B-8817-FBCC-A378-8E7DA66B1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ADC6B4F-AD67-AFB8-C173-E12B6D6634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F7276-6097-4010-9477-9FCE25F90B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87639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églalap 30">
            <a:extLst>
              <a:ext uri="{FF2B5EF4-FFF2-40B4-BE49-F238E27FC236}">
                <a16:creationId xmlns:a16="http://schemas.microsoft.com/office/drawing/2014/main" id="{DDEE2124-35C5-2EC2-072F-6D040635C753}"/>
              </a:ext>
            </a:extLst>
          </p:cNvPr>
          <p:cNvSpPr/>
          <p:nvPr/>
        </p:nvSpPr>
        <p:spPr>
          <a:xfrm>
            <a:off x="-18866974" y="-1580400"/>
            <a:ext cx="16162160" cy="12825676"/>
          </a:xfrm>
          <a:prstGeom prst="rect">
            <a:avLst/>
          </a:prstGeom>
          <a:solidFill>
            <a:srgbClr val="27467D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2" name="Téglalap: lekerekített 31">
            <a:extLst>
              <a:ext uri="{FF2B5EF4-FFF2-40B4-BE49-F238E27FC236}">
                <a16:creationId xmlns:a16="http://schemas.microsoft.com/office/drawing/2014/main" id="{1AA0FF82-9AEC-6ACF-DC71-E52B2BE4208E}"/>
              </a:ext>
            </a:extLst>
          </p:cNvPr>
          <p:cNvSpPr/>
          <p:nvPr/>
        </p:nvSpPr>
        <p:spPr>
          <a:xfrm>
            <a:off x="-6477513" y="360000"/>
            <a:ext cx="4718737" cy="1638300"/>
          </a:xfrm>
          <a:prstGeom prst="roundRect">
            <a:avLst/>
          </a:prstGeom>
          <a:solidFill>
            <a:srgbClr val="27467D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grpSp>
        <p:nvGrpSpPr>
          <p:cNvPr id="37" name="Csoportba foglalás 36">
            <a:extLst>
              <a:ext uri="{FF2B5EF4-FFF2-40B4-BE49-F238E27FC236}">
                <a16:creationId xmlns:a16="http://schemas.microsoft.com/office/drawing/2014/main" id="{D35136CF-64EF-E89A-FEA2-8E8C0A31A955}"/>
              </a:ext>
            </a:extLst>
          </p:cNvPr>
          <p:cNvGrpSpPr/>
          <p:nvPr/>
        </p:nvGrpSpPr>
        <p:grpSpPr>
          <a:xfrm>
            <a:off x="4568649" y="0"/>
            <a:ext cx="3054702" cy="4509000"/>
            <a:chOff x="4568649" y="0"/>
            <a:chExt cx="3054702" cy="4509000"/>
          </a:xfrm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C98E2BB9-8240-EC70-A0B6-8CC5036401BC}"/>
                </a:ext>
              </a:extLst>
            </p:cNvPr>
            <p:cNvSpPr/>
            <p:nvPr/>
          </p:nvSpPr>
          <p:spPr>
            <a:xfrm rot="2700000">
              <a:off x="5016000" y="2349000"/>
              <a:ext cx="2160000" cy="2160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7" name="Téglalap 16">
              <a:extLst>
                <a:ext uri="{FF2B5EF4-FFF2-40B4-BE49-F238E27FC236}">
                  <a16:creationId xmlns:a16="http://schemas.microsoft.com/office/drawing/2014/main" id="{0B413AD9-7280-6BD7-92C7-18E82BD14BA9}"/>
                </a:ext>
              </a:extLst>
            </p:cNvPr>
            <p:cNvSpPr/>
            <p:nvPr/>
          </p:nvSpPr>
          <p:spPr>
            <a:xfrm>
              <a:off x="4568649" y="0"/>
              <a:ext cx="3054702" cy="342899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b="1" dirty="0"/>
            </a:p>
          </p:txBody>
        </p:sp>
      </p:grpSp>
      <p:grpSp>
        <p:nvGrpSpPr>
          <p:cNvPr id="38" name="Csoportba foglalás 37">
            <a:extLst>
              <a:ext uri="{FF2B5EF4-FFF2-40B4-BE49-F238E27FC236}">
                <a16:creationId xmlns:a16="http://schemas.microsoft.com/office/drawing/2014/main" id="{9BC5495D-5482-1F05-1A9D-6BB034E2E691}"/>
              </a:ext>
            </a:extLst>
          </p:cNvPr>
          <p:cNvGrpSpPr/>
          <p:nvPr/>
        </p:nvGrpSpPr>
        <p:grpSpPr>
          <a:xfrm>
            <a:off x="5332323" y="3652675"/>
            <a:ext cx="1527352" cy="3205325"/>
            <a:chOff x="5332323" y="3652675"/>
            <a:chExt cx="1527352" cy="3205325"/>
          </a:xfrm>
        </p:grpSpPr>
        <p:sp>
          <p:nvSpPr>
            <p:cNvPr id="19" name="Téglalap 18">
              <a:extLst>
                <a:ext uri="{FF2B5EF4-FFF2-40B4-BE49-F238E27FC236}">
                  <a16:creationId xmlns:a16="http://schemas.microsoft.com/office/drawing/2014/main" id="{2D947C10-C679-0B7C-94E3-5F358D259EB5}"/>
                </a:ext>
              </a:extLst>
            </p:cNvPr>
            <p:cNvSpPr/>
            <p:nvPr/>
          </p:nvSpPr>
          <p:spPr>
            <a:xfrm rot="2700000">
              <a:off x="5555998" y="3652675"/>
              <a:ext cx="1080001" cy="108000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20" name="Téglalap 19">
              <a:extLst>
                <a:ext uri="{FF2B5EF4-FFF2-40B4-BE49-F238E27FC236}">
                  <a16:creationId xmlns:a16="http://schemas.microsoft.com/office/drawing/2014/main" id="{E051B21E-9DF5-C78C-1F81-1A554D77DA1A}"/>
                </a:ext>
              </a:extLst>
            </p:cNvPr>
            <p:cNvSpPr/>
            <p:nvPr/>
          </p:nvSpPr>
          <p:spPr>
            <a:xfrm>
              <a:off x="5332323" y="4196026"/>
              <a:ext cx="1527352" cy="266197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sp>
        <p:nvSpPr>
          <p:cNvPr id="21" name="Téglalap 20">
            <a:extLst>
              <a:ext uri="{FF2B5EF4-FFF2-40B4-BE49-F238E27FC236}">
                <a16:creationId xmlns:a16="http://schemas.microsoft.com/office/drawing/2014/main" id="{3FBBD386-24E3-80D3-65A6-6928E42A4690}"/>
              </a:ext>
            </a:extLst>
          </p:cNvPr>
          <p:cNvSpPr/>
          <p:nvPr/>
        </p:nvSpPr>
        <p:spPr>
          <a:xfrm rot="-2700000">
            <a:off x="-355620" y="-1227705"/>
            <a:ext cx="5861737" cy="13509437"/>
          </a:xfrm>
          <a:prstGeom prst="rect">
            <a:avLst/>
          </a:prstGeom>
          <a:solidFill>
            <a:srgbClr val="537D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rgbClr val="FF0000"/>
              </a:solidFill>
            </a:endParaRPr>
          </a:p>
        </p:txBody>
      </p:sp>
      <p:sp>
        <p:nvSpPr>
          <p:cNvPr id="22" name="Téglalap 21">
            <a:extLst>
              <a:ext uri="{FF2B5EF4-FFF2-40B4-BE49-F238E27FC236}">
                <a16:creationId xmlns:a16="http://schemas.microsoft.com/office/drawing/2014/main" id="{1EB72E91-2A72-93B0-9C16-09D0525E0F14}"/>
              </a:ext>
            </a:extLst>
          </p:cNvPr>
          <p:cNvSpPr/>
          <p:nvPr/>
        </p:nvSpPr>
        <p:spPr>
          <a:xfrm rot="2700000">
            <a:off x="-779057" y="-3772504"/>
            <a:ext cx="5861737" cy="109469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rgbClr val="FF0000"/>
              </a:solidFill>
            </a:endParaRPr>
          </a:p>
        </p:txBody>
      </p:sp>
      <p:sp>
        <p:nvSpPr>
          <p:cNvPr id="23" name="Téglalap 22">
            <a:extLst>
              <a:ext uri="{FF2B5EF4-FFF2-40B4-BE49-F238E27FC236}">
                <a16:creationId xmlns:a16="http://schemas.microsoft.com/office/drawing/2014/main" id="{B8057A8D-0A8C-792A-C69A-F0C4698B3644}"/>
              </a:ext>
            </a:extLst>
          </p:cNvPr>
          <p:cNvSpPr/>
          <p:nvPr/>
        </p:nvSpPr>
        <p:spPr>
          <a:xfrm rot="-2700000">
            <a:off x="6139976" y="-6406208"/>
            <a:ext cx="5861737" cy="14267627"/>
          </a:xfrm>
          <a:prstGeom prst="rect">
            <a:avLst/>
          </a:prstGeom>
          <a:solidFill>
            <a:srgbClr val="7C9C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rgbClr val="FF0000"/>
              </a:solidFill>
            </a:endParaRPr>
          </a:p>
        </p:txBody>
      </p:sp>
      <p:sp>
        <p:nvSpPr>
          <p:cNvPr id="24" name="Téglalap 23">
            <a:extLst>
              <a:ext uri="{FF2B5EF4-FFF2-40B4-BE49-F238E27FC236}">
                <a16:creationId xmlns:a16="http://schemas.microsoft.com/office/drawing/2014/main" id="{62B42726-0217-1D98-DBDA-6604421602CF}"/>
              </a:ext>
            </a:extLst>
          </p:cNvPr>
          <p:cNvSpPr/>
          <p:nvPr/>
        </p:nvSpPr>
        <p:spPr>
          <a:xfrm rot="2700000">
            <a:off x="9107891" y="-2345660"/>
            <a:ext cx="5861737" cy="109469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rgbClr val="FF0000"/>
              </a:solidFill>
            </a:endParaRPr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70C55902-D602-CE78-B516-B6053AEF8E51}"/>
              </a:ext>
            </a:extLst>
          </p:cNvPr>
          <p:cNvSpPr txBox="1"/>
          <p:nvPr/>
        </p:nvSpPr>
        <p:spPr>
          <a:xfrm>
            <a:off x="4723263" y="5015492"/>
            <a:ext cx="27454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7200" dirty="0"/>
              <a:t>🅀🅄🄱🄴</a:t>
            </a:r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9620D7E8-D2FA-5E46-819B-39242DBEABE5}"/>
              </a:ext>
            </a:extLst>
          </p:cNvPr>
          <p:cNvSpPr txBox="1"/>
          <p:nvPr/>
        </p:nvSpPr>
        <p:spPr>
          <a:xfrm>
            <a:off x="3633690" y="5153991"/>
            <a:ext cx="4303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latin typeface="Bahnschrift" panose="020B0502040204020203" pitchFamily="34" charset="0"/>
              </a:rPr>
              <a:t>project:</a:t>
            </a:r>
          </a:p>
        </p:txBody>
      </p:sp>
    </p:spTree>
    <p:extLst>
      <p:ext uri="{BB962C8B-B14F-4D97-AF65-F5344CB8AC3E}">
        <p14:creationId xmlns:p14="http://schemas.microsoft.com/office/powerpoint/2010/main" val="1222747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41B85D8B-8A39-831D-4B5F-CC1A472B4BC0}"/>
              </a:ext>
            </a:extLst>
          </p:cNvPr>
          <p:cNvSpPr/>
          <p:nvPr/>
        </p:nvSpPr>
        <p:spPr>
          <a:xfrm>
            <a:off x="-5279805" y="-1579099"/>
            <a:ext cx="16162160" cy="12825676"/>
          </a:xfrm>
          <a:prstGeom prst="rect">
            <a:avLst/>
          </a:prstGeom>
          <a:solidFill>
            <a:srgbClr val="27467D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1AE2D768-3CFB-2CC9-F53C-DCE6B73B5743}"/>
              </a:ext>
            </a:extLst>
          </p:cNvPr>
          <p:cNvSpPr/>
          <p:nvPr/>
        </p:nvSpPr>
        <p:spPr>
          <a:xfrm>
            <a:off x="7109656" y="360000"/>
            <a:ext cx="4718737" cy="1638300"/>
          </a:xfrm>
          <a:prstGeom prst="roundRect">
            <a:avLst/>
          </a:prstGeom>
          <a:solidFill>
            <a:srgbClr val="27467D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grpSp>
        <p:nvGrpSpPr>
          <p:cNvPr id="2" name="Csoportba foglalás 1">
            <a:extLst>
              <a:ext uri="{FF2B5EF4-FFF2-40B4-BE49-F238E27FC236}">
                <a16:creationId xmlns:a16="http://schemas.microsoft.com/office/drawing/2014/main" id="{10395D69-3CBB-9338-672A-5E7DE1931F4A}"/>
              </a:ext>
            </a:extLst>
          </p:cNvPr>
          <p:cNvGrpSpPr/>
          <p:nvPr/>
        </p:nvGrpSpPr>
        <p:grpSpPr>
          <a:xfrm>
            <a:off x="4568647" y="-6096000"/>
            <a:ext cx="3054702" cy="4509000"/>
            <a:chOff x="4568649" y="0"/>
            <a:chExt cx="3054702" cy="4509000"/>
          </a:xfrm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C98E2BB9-8240-EC70-A0B6-8CC5036401BC}"/>
                </a:ext>
              </a:extLst>
            </p:cNvPr>
            <p:cNvSpPr/>
            <p:nvPr/>
          </p:nvSpPr>
          <p:spPr>
            <a:xfrm rot="2700000">
              <a:off x="5016000" y="2349000"/>
              <a:ext cx="2160000" cy="2160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7" name="Téglalap 16">
              <a:extLst>
                <a:ext uri="{FF2B5EF4-FFF2-40B4-BE49-F238E27FC236}">
                  <a16:creationId xmlns:a16="http://schemas.microsoft.com/office/drawing/2014/main" id="{0B413AD9-7280-6BD7-92C7-18E82BD14BA9}"/>
                </a:ext>
              </a:extLst>
            </p:cNvPr>
            <p:cNvSpPr/>
            <p:nvPr/>
          </p:nvSpPr>
          <p:spPr>
            <a:xfrm>
              <a:off x="4568649" y="0"/>
              <a:ext cx="3054702" cy="342899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b="1" dirty="0"/>
            </a:p>
          </p:txBody>
        </p:sp>
      </p:grpSp>
      <p:grpSp>
        <p:nvGrpSpPr>
          <p:cNvPr id="18" name="Csoportba foglalás 17">
            <a:extLst>
              <a:ext uri="{FF2B5EF4-FFF2-40B4-BE49-F238E27FC236}">
                <a16:creationId xmlns:a16="http://schemas.microsoft.com/office/drawing/2014/main" id="{7C497701-173A-FB55-3BCA-98513033D62D}"/>
              </a:ext>
            </a:extLst>
          </p:cNvPr>
          <p:cNvGrpSpPr/>
          <p:nvPr/>
        </p:nvGrpSpPr>
        <p:grpSpPr>
          <a:xfrm>
            <a:off x="5332322" y="8453275"/>
            <a:ext cx="1527352" cy="3205325"/>
            <a:chOff x="5332323" y="3652675"/>
            <a:chExt cx="1527352" cy="3205325"/>
          </a:xfrm>
        </p:grpSpPr>
        <p:sp>
          <p:nvSpPr>
            <p:cNvPr id="19" name="Téglalap 18">
              <a:extLst>
                <a:ext uri="{FF2B5EF4-FFF2-40B4-BE49-F238E27FC236}">
                  <a16:creationId xmlns:a16="http://schemas.microsoft.com/office/drawing/2014/main" id="{2D947C10-C679-0B7C-94E3-5F358D259EB5}"/>
                </a:ext>
              </a:extLst>
            </p:cNvPr>
            <p:cNvSpPr/>
            <p:nvPr/>
          </p:nvSpPr>
          <p:spPr>
            <a:xfrm rot="2700000">
              <a:off x="5555998" y="3652675"/>
              <a:ext cx="1080001" cy="108000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20" name="Téglalap 19">
              <a:extLst>
                <a:ext uri="{FF2B5EF4-FFF2-40B4-BE49-F238E27FC236}">
                  <a16:creationId xmlns:a16="http://schemas.microsoft.com/office/drawing/2014/main" id="{E051B21E-9DF5-C78C-1F81-1A554D77DA1A}"/>
                </a:ext>
              </a:extLst>
            </p:cNvPr>
            <p:cNvSpPr/>
            <p:nvPr/>
          </p:nvSpPr>
          <p:spPr>
            <a:xfrm>
              <a:off x="5332323" y="4196026"/>
              <a:ext cx="1527352" cy="266197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sp>
        <p:nvSpPr>
          <p:cNvPr id="21" name="Téglalap 20">
            <a:extLst>
              <a:ext uri="{FF2B5EF4-FFF2-40B4-BE49-F238E27FC236}">
                <a16:creationId xmlns:a16="http://schemas.microsoft.com/office/drawing/2014/main" id="{3FBBD386-24E3-80D3-65A6-6928E42A4690}"/>
              </a:ext>
            </a:extLst>
          </p:cNvPr>
          <p:cNvSpPr/>
          <p:nvPr/>
        </p:nvSpPr>
        <p:spPr>
          <a:xfrm rot="-2700000">
            <a:off x="-7639201" y="2925195"/>
            <a:ext cx="5861737" cy="13509437"/>
          </a:xfrm>
          <a:prstGeom prst="rect">
            <a:avLst/>
          </a:prstGeom>
          <a:solidFill>
            <a:srgbClr val="537D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rgbClr val="FF0000"/>
              </a:solidFill>
            </a:endParaRPr>
          </a:p>
        </p:txBody>
      </p:sp>
      <p:sp>
        <p:nvSpPr>
          <p:cNvPr id="22" name="Téglalap 21">
            <a:extLst>
              <a:ext uri="{FF2B5EF4-FFF2-40B4-BE49-F238E27FC236}">
                <a16:creationId xmlns:a16="http://schemas.microsoft.com/office/drawing/2014/main" id="{1EB72E91-2A72-93B0-9C16-09D0525E0F14}"/>
              </a:ext>
            </a:extLst>
          </p:cNvPr>
          <p:cNvSpPr/>
          <p:nvPr/>
        </p:nvSpPr>
        <p:spPr>
          <a:xfrm rot="2700000">
            <a:off x="-6087018" y="-9864051"/>
            <a:ext cx="5861737" cy="109469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rgbClr val="FF0000"/>
              </a:solidFill>
            </a:endParaRPr>
          </a:p>
        </p:txBody>
      </p:sp>
      <p:sp>
        <p:nvSpPr>
          <p:cNvPr id="23" name="Téglalap 22">
            <a:extLst>
              <a:ext uri="{FF2B5EF4-FFF2-40B4-BE49-F238E27FC236}">
                <a16:creationId xmlns:a16="http://schemas.microsoft.com/office/drawing/2014/main" id="{B8057A8D-0A8C-792A-C69A-F0C4698B3644}"/>
              </a:ext>
            </a:extLst>
          </p:cNvPr>
          <p:cNvSpPr/>
          <p:nvPr/>
        </p:nvSpPr>
        <p:spPr>
          <a:xfrm rot="-2700000">
            <a:off x="11498737" y="-11865847"/>
            <a:ext cx="5861737" cy="14267627"/>
          </a:xfrm>
          <a:prstGeom prst="rect">
            <a:avLst/>
          </a:prstGeom>
          <a:solidFill>
            <a:srgbClr val="7C9C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rgbClr val="FF0000"/>
              </a:solidFill>
            </a:endParaRPr>
          </a:p>
        </p:txBody>
      </p:sp>
      <p:sp>
        <p:nvSpPr>
          <p:cNvPr id="24" name="Téglalap 23">
            <a:extLst>
              <a:ext uri="{FF2B5EF4-FFF2-40B4-BE49-F238E27FC236}">
                <a16:creationId xmlns:a16="http://schemas.microsoft.com/office/drawing/2014/main" id="{62B42726-0217-1D98-DBDA-6604421602CF}"/>
              </a:ext>
            </a:extLst>
          </p:cNvPr>
          <p:cNvSpPr/>
          <p:nvPr/>
        </p:nvSpPr>
        <p:spPr>
          <a:xfrm rot="2700000">
            <a:off x="13492393" y="2021473"/>
            <a:ext cx="5861737" cy="109469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rgbClr val="FF0000"/>
              </a:solidFill>
            </a:endParaRPr>
          </a:p>
        </p:txBody>
      </p:sp>
      <p:grpSp>
        <p:nvGrpSpPr>
          <p:cNvPr id="46" name="Csoportba foglalás 45">
            <a:extLst>
              <a:ext uri="{FF2B5EF4-FFF2-40B4-BE49-F238E27FC236}">
                <a16:creationId xmlns:a16="http://schemas.microsoft.com/office/drawing/2014/main" id="{2A855E05-740D-CB94-FC99-714BA1739C20}"/>
              </a:ext>
            </a:extLst>
          </p:cNvPr>
          <p:cNvGrpSpPr/>
          <p:nvPr/>
        </p:nvGrpSpPr>
        <p:grpSpPr>
          <a:xfrm>
            <a:off x="1221382" y="1432285"/>
            <a:ext cx="8221876" cy="1888230"/>
            <a:chOff x="1221382" y="1432285"/>
            <a:chExt cx="8221876" cy="1888230"/>
          </a:xfrm>
        </p:grpSpPr>
        <p:pic>
          <p:nvPicPr>
            <p:cNvPr id="41" name="Kép 40">
              <a:extLst>
                <a:ext uri="{FF2B5EF4-FFF2-40B4-BE49-F238E27FC236}">
                  <a16:creationId xmlns:a16="http://schemas.microsoft.com/office/drawing/2014/main" id="{CAF2F2E3-E7BA-222A-0DF5-ECF3DA732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803308" y="1432285"/>
              <a:ext cx="7058025" cy="733425"/>
            </a:xfrm>
            <a:prstGeom prst="rect">
              <a:avLst/>
            </a:prstGeom>
          </p:spPr>
        </p:pic>
        <p:pic>
          <p:nvPicPr>
            <p:cNvPr id="45" name="Kép 44">
              <a:extLst>
                <a:ext uri="{FF2B5EF4-FFF2-40B4-BE49-F238E27FC236}">
                  <a16:creationId xmlns:a16="http://schemas.microsoft.com/office/drawing/2014/main" id="{54455EA7-5EE3-0E8F-658B-186A0156A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221382" y="2231672"/>
              <a:ext cx="8221876" cy="1088843"/>
            </a:xfrm>
            <a:prstGeom prst="rect">
              <a:avLst/>
            </a:prstGeom>
          </p:spPr>
        </p:pic>
      </p:grpSp>
      <p:pic>
        <p:nvPicPr>
          <p:cNvPr id="52" name="Kép 51">
            <a:extLst>
              <a:ext uri="{FF2B5EF4-FFF2-40B4-BE49-F238E27FC236}">
                <a16:creationId xmlns:a16="http://schemas.microsoft.com/office/drawing/2014/main" id="{84E1C73B-070E-07CF-7F72-93418E4F9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1600" y="-5265148"/>
            <a:ext cx="1978886" cy="1978886"/>
          </a:xfrm>
          <a:prstGeom prst="rect">
            <a:avLst/>
          </a:prstGeom>
        </p:spPr>
      </p:pic>
      <p:pic>
        <p:nvPicPr>
          <p:cNvPr id="53" name="Kép 52">
            <a:extLst>
              <a:ext uri="{FF2B5EF4-FFF2-40B4-BE49-F238E27FC236}">
                <a16:creationId xmlns:a16="http://schemas.microsoft.com/office/drawing/2014/main" id="{55F047F6-4A41-ADCB-BC8F-590E4AA9C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1600" y="-9870462"/>
            <a:ext cx="1978886" cy="1978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667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2.59259E-6 L 4.16667E-7 1.99722 " pathEditMode="relative" rAng="0" ptsTypes="AA">
                                      <p:cBhvr>
                                        <p:cTn id="11" dur="1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9861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3.7037E-7 L 4.16667E-7 1.43194 " pathEditMode="relative" rAng="0" ptsTypes="AA">
                                      <p:cBhvr>
                                        <p:cTn id="13" dur="1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41B85D8B-8A39-831D-4B5F-CC1A472B4BC0}"/>
              </a:ext>
            </a:extLst>
          </p:cNvPr>
          <p:cNvSpPr/>
          <p:nvPr/>
        </p:nvSpPr>
        <p:spPr>
          <a:xfrm>
            <a:off x="-5368705" y="-556749"/>
            <a:ext cx="16162160" cy="12825676"/>
          </a:xfrm>
          <a:prstGeom prst="rect">
            <a:avLst/>
          </a:prstGeom>
          <a:solidFill>
            <a:srgbClr val="27467D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381ADB79-5A90-1353-0AAE-0B1717F8129B}"/>
              </a:ext>
            </a:extLst>
          </p:cNvPr>
          <p:cNvSpPr/>
          <p:nvPr/>
        </p:nvSpPr>
        <p:spPr>
          <a:xfrm>
            <a:off x="7110000" y="2609850"/>
            <a:ext cx="4718737" cy="1638300"/>
          </a:xfrm>
          <a:prstGeom prst="roundRect">
            <a:avLst/>
          </a:prstGeom>
          <a:solidFill>
            <a:srgbClr val="27467D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9608CE39-4AD0-AFFC-5F25-2C394892A28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20400" y="438918"/>
            <a:ext cx="6981825" cy="1304925"/>
          </a:xfrm>
          <a:prstGeom prst="rect">
            <a:avLst/>
          </a:prstGeom>
        </p:spPr>
      </p:pic>
      <p:pic>
        <p:nvPicPr>
          <p:cNvPr id="25" name="Kép 24">
            <a:extLst>
              <a:ext uri="{FF2B5EF4-FFF2-40B4-BE49-F238E27FC236}">
                <a16:creationId xmlns:a16="http://schemas.microsoft.com/office/drawing/2014/main" id="{01970253-C89A-C3C1-7609-8800C7D6B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5530" y="3266296"/>
            <a:ext cx="2455943" cy="2455943"/>
          </a:xfrm>
          <a:prstGeom prst="rect">
            <a:avLst/>
          </a:prstGeom>
        </p:spPr>
      </p:pic>
      <p:pic>
        <p:nvPicPr>
          <p:cNvPr id="27" name="Kép 26">
            <a:extLst>
              <a:ext uri="{FF2B5EF4-FFF2-40B4-BE49-F238E27FC236}">
                <a16:creationId xmlns:a16="http://schemas.microsoft.com/office/drawing/2014/main" id="{B88359B3-BFEC-E854-B98A-38E0717929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1102" y="2984219"/>
            <a:ext cx="3622573" cy="3622573"/>
          </a:xfrm>
          <a:prstGeom prst="rect">
            <a:avLst/>
          </a:prstGeom>
        </p:spPr>
      </p:pic>
      <p:pic>
        <p:nvPicPr>
          <p:cNvPr id="29" name="Kép 28">
            <a:extLst>
              <a:ext uri="{FF2B5EF4-FFF2-40B4-BE49-F238E27FC236}">
                <a16:creationId xmlns:a16="http://schemas.microsoft.com/office/drawing/2014/main" id="{BA48A58C-FDE2-94A3-9BC7-034DB42735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734" y="5301867"/>
            <a:ext cx="1304925" cy="1304925"/>
          </a:xfrm>
          <a:prstGeom prst="rect">
            <a:avLst/>
          </a:prstGeom>
        </p:spPr>
      </p:pic>
      <p:sp>
        <p:nvSpPr>
          <p:cNvPr id="34" name="Ív 33">
            <a:extLst>
              <a:ext uri="{FF2B5EF4-FFF2-40B4-BE49-F238E27FC236}">
                <a16:creationId xmlns:a16="http://schemas.microsoft.com/office/drawing/2014/main" id="{AF53ABCD-C8D8-9254-2B44-4C6BF3C912C2}"/>
              </a:ext>
            </a:extLst>
          </p:cNvPr>
          <p:cNvSpPr/>
          <p:nvPr/>
        </p:nvSpPr>
        <p:spPr>
          <a:xfrm>
            <a:off x="3827282" y="2984218"/>
            <a:ext cx="1538925" cy="1583011"/>
          </a:xfrm>
          <a:prstGeom prst="arc">
            <a:avLst>
              <a:gd name="adj1" fmla="val 11364808"/>
              <a:gd name="adj2" fmla="val 21336627"/>
            </a:avLst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5" name="Ív 34">
            <a:extLst>
              <a:ext uri="{FF2B5EF4-FFF2-40B4-BE49-F238E27FC236}">
                <a16:creationId xmlns:a16="http://schemas.microsoft.com/office/drawing/2014/main" id="{47332339-4CC8-9D58-EACD-6CC363C4A213}"/>
              </a:ext>
            </a:extLst>
          </p:cNvPr>
          <p:cNvSpPr/>
          <p:nvPr/>
        </p:nvSpPr>
        <p:spPr>
          <a:xfrm rot="2563479" flipV="1">
            <a:off x="6507117" y="4422050"/>
            <a:ext cx="1885476" cy="1885445"/>
          </a:xfrm>
          <a:prstGeom prst="arc">
            <a:avLst>
              <a:gd name="adj1" fmla="val 13510462"/>
              <a:gd name="adj2" fmla="val 21336627"/>
            </a:avLst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9" name="Szövegdoboz 38">
            <a:extLst>
              <a:ext uri="{FF2B5EF4-FFF2-40B4-BE49-F238E27FC236}">
                <a16:creationId xmlns:a16="http://schemas.microsoft.com/office/drawing/2014/main" id="{3E316A5A-7773-6BAF-94F9-D26FBAE42F4D}"/>
              </a:ext>
            </a:extLst>
          </p:cNvPr>
          <p:cNvSpPr txBox="1"/>
          <p:nvPr/>
        </p:nvSpPr>
        <p:spPr>
          <a:xfrm>
            <a:off x="130446" y="2852393"/>
            <a:ext cx="27294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"/>
            </a:pPr>
            <a:r>
              <a:rPr lang="hu-HU" sz="2400" b="1" dirty="0">
                <a:solidFill>
                  <a:srgbClr val="C00000"/>
                </a:solidFill>
              </a:rPr>
              <a:t>Magas fogyasztás</a:t>
            </a: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"/>
            </a:pPr>
            <a:r>
              <a:rPr lang="hu-HU" sz="2400" b="1" dirty="0">
                <a:solidFill>
                  <a:srgbClr val="C00000"/>
                </a:solidFill>
              </a:rPr>
              <a:t>Sok helyet foglal</a:t>
            </a: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"/>
            </a:pPr>
            <a:r>
              <a:rPr lang="hu-HU" sz="2400" b="1" dirty="0">
                <a:solidFill>
                  <a:srgbClr val="C00000"/>
                </a:solidFill>
              </a:rPr>
              <a:t>Költséges létfenntartás</a:t>
            </a:r>
          </a:p>
        </p:txBody>
      </p:sp>
      <p:cxnSp>
        <p:nvCxnSpPr>
          <p:cNvPr id="41" name="Egyenes összekötő 40">
            <a:extLst>
              <a:ext uri="{FF2B5EF4-FFF2-40B4-BE49-F238E27FC236}">
                <a16:creationId xmlns:a16="http://schemas.microsoft.com/office/drawing/2014/main" id="{F444CE2A-8FD8-65B4-E574-C3296AF6A47D}"/>
              </a:ext>
            </a:extLst>
          </p:cNvPr>
          <p:cNvCxnSpPr>
            <a:cxnSpLocks/>
          </p:cNvCxnSpPr>
          <p:nvPr/>
        </p:nvCxnSpPr>
        <p:spPr>
          <a:xfrm>
            <a:off x="130447" y="2739510"/>
            <a:ext cx="313194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Szövegdoboz 42">
            <a:extLst>
              <a:ext uri="{FF2B5EF4-FFF2-40B4-BE49-F238E27FC236}">
                <a16:creationId xmlns:a16="http://schemas.microsoft.com/office/drawing/2014/main" id="{E2F7B3C8-E5CA-7165-EB62-8DEC925F5BDD}"/>
              </a:ext>
            </a:extLst>
          </p:cNvPr>
          <p:cNvSpPr txBox="1"/>
          <p:nvPr/>
        </p:nvSpPr>
        <p:spPr>
          <a:xfrm>
            <a:off x="8097625" y="4722829"/>
            <a:ext cx="1728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B0F0"/>
              </a:buClr>
              <a:buFont typeface="Wingdings" panose="05000000000000000000" pitchFamily="2" charset="2"/>
              <a:buChar char=""/>
            </a:pPr>
            <a:endParaRPr lang="hu-HU" dirty="0">
              <a:solidFill>
                <a:srgbClr val="00B0F0"/>
              </a:solidFill>
            </a:endParaRPr>
          </a:p>
        </p:txBody>
      </p:sp>
      <p:sp>
        <p:nvSpPr>
          <p:cNvPr id="44" name="Szövegdoboz 43">
            <a:extLst>
              <a:ext uri="{FF2B5EF4-FFF2-40B4-BE49-F238E27FC236}">
                <a16:creationId xmlns:a16="http://schemas.microsoft.com/office/drawing/2014/main" id="{9597EE80-CEB1-9245-EA20-C55B82F74BD5}"/>
              </a:ext>
            </a:extLst>
          </p:cNvPr>
          <p:cNvSpPr txBox="1"/>
          <p:nvPr/>
        </p:nvSpPr>
        <p:spPr>
          <a:xfrm>
            <a:off x="7777185" y="3953738"/>
            <a:ext cx="47187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B0F0"/>
              </a:buClr>
              <a:buFont typeface="Wingdings" panose="05000000000000000000" pitchFamily="2" charset="2"/>
              <a:buChar char=""/>
            </a:pPr>
            <a:r>
              <a:rPr lang="hu-HU" sz="2400" b="1" dirty="0">
                <a:solidFill>
                  <a:srgbClr val="00B0F0"/>
                </a:solidFill>
              </a:rPr>
              <a:t>Alacsony fogyasztás</a:t>
            </a:r>
          </a:p>
          <a:p>
            <a:pPr marL="342900" indent="-342900">
              <a:buClr>
                <a:srgbClr val="00B0F0"/>
              </a:buClr>
              <a:buFont typeface="Wingdings" panose="05000000000000000000" pitchFamily="2" charset="2"/>
              <a:buChar char=""/>
            </a:pPr>
            <a:r>
              <a:rPr lang="hu-HU" sz="2400" b="1" dirty="0">
                <a:solidFill>
                  <a:srgbClr val="00B0F0"/>
                </a:solidFill>
              </a:rPr>
              <a:t>Kevés helyet foglal</a:t>
            </a:r>
          </a:p>
          <a:p>
            <a:pPr marL="342900" indent="-342900">
              <a:buClr>
                <a:srgbClr val="00B0F0"/>
              </a:buClr>
              <a:buFont typeface="Wingdings" panose="05000000000000000000" pitchFamily="2" charset="2"/>
              <a:buChar char=""/>
            </a:pPr>
            <a:r>
              <a:rPr lang="hu-HU" sz="2400" b="1" dirty="0">
                <a:solidFill>
                  <a:srgbClr val="00B0F0"/>
                </a:solidFill>
              </a:rPr>
              <a:t>Olcsó létfenntartás</a:t>
            </a:r>
          </a:p>
        </p:txBody>
      </p:sp>
      <p:cxnSp>
        <p:nvCxnSpPr>
          <p:cNvPr id="45" name="Egyenes összekötő 44">
            <a:extLst>
              <a:ext uri="{FF2B5EF4-FFF2-40B4-BE49-F238E27FC236}">
                <a16:creationId xmlns:a16="http://schemas.microsoft.com/office/drawing/2014/main" id="{D7E9DA8C-16F3-137C-CCD0-3353EE579A84}"/>
              </a:ext>
            </a:extLst>
          </p:cNvPr>
          <p:cNvCxnSpPr>
            <a:cxnSpLocks/>
          </p:cNvCxnSpPr>
          <p:nvPr/>
        </p:nvCxnSpPr>
        <p:spPr>
          <a:xfrm>
            <a:off x="7871381" y="5142521"/>
            <a:ext cx="2837468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églalap 47">
            <a:extLst>
              <a:ext uri="{FF2B5EF4-FFF2-40B4-BE49-F238E27FC236}">
                <a16:creationId xmlns:a16="http://schemas.microsoft.com/office/drawing/2014/main" id="{9A6F1D62-4A08-59EB-3D64-3F79A4DBF74A}"/>
              </a:ext>
            </a:extLst>
          </p:cNvPr>
          <p:cNvSpPr/>
          <p:nvPr/>
        </p:nvSpPr>
        <p:spPr>
          <a:xfrm rot="2700000">
            <a:off x="23195437" y="7915372"/>
            <a:ext cx="5861737" cy="109469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rgbClr val="FF0000"/>
              </a:solidFill>
            </a:endParaRPr>
          </a:p>
        </p:txBody>
      </p:sp>
      <p:grpSp>
        <p:nvGrpSpPr>
          <p:cNvPr id="49" name="Csoportba foglalás 48">
            <a:extLst>
              <a:ext uri="{FF2B5EF4-FFF2-40B4-BE49-F238E27FC236}">
                <a16:creationId xmlns:a16="http://schemas.microsoft.com/office/drawing/2014/main" id="{4AAD7EB4-EAF4-C898-E336-9B68CE09D8BE}"/>
              </a:ext>
            </a:extLst>
          </p:cNvPr>
          <p:cNvGrpSpPr/>
          <p:nvPr/>
        </p:nvGrpSpPr>
        <p:grpSpPr>
          <a:xfrm>
            <a:off x="4055298" y="-15936515"/>
            <a:ext cx="3054702" cy="4509000"/>
            <a:chOff x="4568649" y="0"/>
            <a:chExt cx="3054702" cy="4509000"/>
          </a:xfrm>
        </p:grpSpPr>
        <p:sp>
          <p:nvSpPr>
            <p:cNvPr id="50" name="Téglalap 49">
              <a:extLst>
                <a:ext uri="{FF2B5EF4-FFF2-40B4-BE49-F238E27FC236}">
                  <a16:creationId xmlns:a16="http://schemas.microsoft.com/office/drawing/2014/main" id="{AC5415A9-4F15-1CBB-130D-B7813D6DDE39}"/>
                </a:ext>
              </a:extLst>
            </p:cNvPr>
            <p:cNvSpPr/>
            <p:nvPr/>
          </p:nvSpPr>
          <p:spPr>
            <a:xfrm rot="2700000">
              <a:off x="5016000" y="2349000"/>
              <a:ext cx="2160000" cy="2160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51" name="Téglalap 50">
              <a:extLst>
                <a:ext uri="{FF2B5EF4-FFF2-40B4-BE49-F238E27FC236}">
                  <a16:creationId xmlns:a16="http://schemas.microsoft.com/office/drawing/2014/main" id="{CD9F8440-AFF3-5E53-EF4F-A74B242210F0}"/>
                </a:ext>
              </a:extLst>
            </p:cNvPr>
            <p:cNvSpPr/>
            <p:nvPr/>
          </p:nvSpPr>
          <p:spPr>
            <a:xfrm>
              <a:off x="4568649" y="0"/>
              <a:ext cx="3054702" cy="342899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b="1" dirty="0"/>
            </a:p>
          </p:txBody>
        </p:sp>
      </p:grpSp>
      <p:grpSp>
        <p:nvGrpSpPr>
          <p:cNvPr id="52" name="Csoportba foglalás 51">
            <a:extLst>
              <a:ext uri="{FF2B5EF4-FFF2-40B4-BE49-F238E27FC236}">
                <a16:creationId xmlns:a16="http://schemas.microsoft.com/office/drawing/2014/main" id="{F57621F6-E23A-2C90-7C32-173979EC8D4B}"/>
              </a:ext>
            </a:extLst>
          </p:cNvPr>
          <p:cNvGrpSpPr/>
          <p:nvPr/>
        </p:nvGrpSpPr>
        <p:grpSpPr>
          <a:xfrm>
            <a:off x="4631395" y="18584729"/>
            <a:ext cx="1527352" cy="3205325"/>
            <a:chOff x="5332323" y="3652675"/>
            <a:chExt cx="1527352" cy="3205325"/>
          </a:xfrm>
        </p:grpSpPr>
        <p:sp>
          <p:nvSpPr>
            <p:cNvPr id="53" name="Téglalap 52">
              <a:extLst>
                <a:ext uri="{FF2B5EF4-FFF2-40B4-BE49-F238E27FC236}">
                  <a16:creationId xmlns:a16="http://schemas.microsoft.com/office/drawing/2014/main" id="{216F7CCA-2F77-34BB-5A01-2C7E18B8AC3E}"/>
                </a:ext>
              </a:extLst>
            </p:cNvPr>
            <p:cNvSpPr/>
            <p:nvPr/>
          </p:nvSpPr>
          <p:spPr>
            <a:xfrm rot="2700000">
              <a:off x="5555998" y="3652675"/>
              <a:ext cx="1080001" cy="108000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54" name="Téglalap 53">
              <a:extLst>
                <a:ext uri="{FF2B5EF4-FFF2-40B4-BE49-F238E27FC236}">
                  <a16:creationId xmlns:a16="http://schemas.microsoft.com/office/drawing/2014/main" id="{4A20FD0E-D56A-E990-055A-32892DA3A589}"/>
                </a:ext>
              </a:extLst>
            </p:cNvPr>
            <p:cNvSpPr/>
            <p:nvPr/>
          </p:nvSpPr>
          <p:spPr>
            <a:xfrm>
              <a:off x="5332323" y="4196026"/>
              <a:ext cx="1527352" cy="266197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sp>
        <p:nvSpPr>
          <p:cNvPr id="55" name="Téglalap 54">
            <a:extLst>
              <a:ext uri="{FF2B5EF4-FFF2-40B4-BE49-F238E27FC236}">
                <a16:creationId xmlns:a16="http://schemas.microsoft.com/office/drawing/2014/main" id="{C67C8495-A26B-C51F-E2FC-9C42757DF00A}"/>
              </a:ext>
            </a:extLst>
          </p:cNvPr>
          <p:cNvSpPr/>
          <p:nvPr/>
        </p:nvSpPr>
        <p:spPr>
          <a:xfrm rot="-2700000">
            <a:off x="-23072919" y="7588964"/>
            <a:ext cx="5861737" cy="13509437"/>
          </a:xfrm>
          <a:prstGeom prst="rect">
            <a:avLst/>
          </a:prstGeom>
          <a:solidFill>
            <a:srgbClr val="537D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rgbClr val="FF0000"/>
              </a:solidFill>
            </a:endParaRPr>
          </a:p>
        </p:txBody>
      </p:sp>
      <p:sp>
        <p:nvSpPr>
          <p:cNvPr id="56" name="Téglalap 55">
            <a:extLst>
              <a:ext uri="{FF2B5EF4-FFF2-40B4-BE49-F238E27FC236}">
                <a16:creationId xmlns:a16="http://schemas.microsoft.com/office/drawing/2014/main" id="{DBE730B0-3399-557F-1B02-E2CCCF4FC1E9}"/>
              </a:ext>
            </a:extLst>
          </p:cNvPr>
          <p:cNvSpPr/>
          <p:nvPr/>
        </p:nvSpPr>
        <p:spPr>
          <a:xfrm rot="2700000">
            <a:off x="-20717419" y="-19155481"/>
            <a:ext cx="5861737" cy="109469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rgbClr val="FF0000"/>
              </a:solidFill>
            </a:endParaRPr>
          </a:p>
        </p:txBody>
      </p:sp>
      <p:sp>
        <p:nvSpPr>
          <p:cNvPr id="57" name="Téglalap 56">
            <a:extLst>
              <a:ext uri="{FF2B5EF4-FFF2-40B4-BE49-F238E27FC236}">
                <a16:creationId xmlns:a16="http://schemas.microsoft.com/office/drawing/2014/main" id="{F37BF67F-1B56-9220-2CA6-9D74C7F1D428}"/>
              </a:ext>
            </a:extLst>
          </p:cNvPr>
          <p:cNvSpPr/>
          <p:nvPr/>
        </p:nvSpPr>
        <p:spPr>
          <a:xfrm rot="-2700000">
            <a:off x="23195438" y="-20346618"/>
            <a:ext cx="5861737" cy="14267627"/>
          </a:xfrm>
          <a:prstGeom prst="rect">
            <a:avLst/>
          </a:prstGeom>
          <a:solidFill>
            <a:srgbClr val="7C9C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966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41B85D8B-8A39-831D-4B5F-CC1A472B4BC0}"/>
              </a:ext>
            </a:extLst>
          </p:cNvPr>
          <p:cNvSpPr/>
          <p:nvPr/>
        </p:nvSpPr>
        <p:spPr>
          <a:xfrm>
            <a:off x="-5279805" y="-1579099"/>
            <a:ext cx="16162160" cy="12825676"/>
          </a:xfrm>
          <a:prstGeom prst="rect">
            <a:avLst/>
          </a:prstGeom>
          <a:solidFill>
            <a:srgbClr val="27467D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370B9B83-A7F8-E26C-A57D-17DE2B7E6E0D}"/>
              </a:ext>
            </a:extLst>
          </p:cNvPr>
          <p:cNvSpPr/>
          <p:nvPr/>
        </p:nvSpPr>
        <p:spPr>
          <a:xfrm>
            <a:off x="7110000" y="4860000"/>
            <a:ext cx="4718737" cy="1638300"/>
          </a:xfrm>
          <a:prstGeom prst="roundRect">
            <a:avLst/>
          </a:prstGeom>
          <a:solidFill>
            <a:srgbClr val="27467D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4" name="Szabadkézi sokszög: alakzat 53">
            <a:extLst>
              <a:ext uri="{FF2B5EF4-FFF2-40B4-BE49-F238E27FC236}">
                <a16:creationId xmlns:a16="http://schemas.microsoft.com/office/drawing/2014/main" id="{7FABA712-22C0-606B-56D2-518B7E4FFE53}"/>
              </a:ext>
            </a:extLst>
          </p:cNvPr>
          <p:cNvSpPr/>
          <p:nvPr/>
        </p:nvSpPr>
        <p:spPr>
          <a:xfrm>
            <a:off x="6789880" y="2963467"/>
            <a:ext cx="2073912" cy="2514600"/>
          </a:xfrm>
          <a:custGeom>
            <a:avLst/>
            <a:gdLst>
              <a:gd name="connsiteX0" fmla="*/ 1629640 w 2073912"/>
              <a:gd name="connsiteY0" fmla="*/ 0 h 2514600"/>
              <a:gd name="connsiteX1" fmla="*/ 4040 w 2073912"/>
              <a:gd name="connsiteY1" fmla="*/ 1219200 h 2514600"/>
              <a:gd name="connsiteX2" fmla="*/ 2048740 w 2073912"/>
              <a:gd name="connsiteY2" fmla="*/ 1625600 h 2514600"/>
              <a:gd name="connsiteX3" fmla="*/ 1134340 w 2073912"/>
              <a:gd name="connsiteY3" fmla="*/ 2514600 h 251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73912" h="2514600">
                <a:moveTo>
                  <a:pt x="1629640" y="0"/>
                </a:moveTo>
                <a:cubicBezTo>
                  <a:pt x="781915" y="474133"/>
                  <a:pt x="-65810" y="948267"/>
                  <a:pt x="4040" y="1219200"/>
                </a:cubicBezTo>
                <a:cubicBezTo>
                  <a:pt x="73890" y="1490133"/>
                  <a:pt x="1860357" y="1409700"/>
                  <a:pt x="2048740" y="1625600"/>
                </a:cubicBezTo>
                <a:cubicBezTo>
                  <a:pt x="2237123" y="1841500"/>
                  <a:pt x="1312140" y="2351617"/>
                  <a:pt x="1134340" y="2514600"/>
                </a:cubicBezTo>
              </a:path>
            </a:pathLst>
          </a:custGeom>
          <a:noFill/>
          <a:ln w="38100">
            <a:solidFill>
              <a:schemeClr val="bg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pic>
        <p:nvPicPr>
          <p:cNvPr id="2050" name="Picture 2" descr="Enter Miniature World: It's a Giant Experience!">
            <a:extLst>
              <a:ext uri="{FF2B5EF4-FFF2-40B4-BE49-F238E27FC236}">
                <a16:creationId xmlns:a16="http://schemas.microsoft.com/office/drawing/2014/main" id="{6D8D6835-EF59-5F4E-212E-9272A0A36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297" y="2088014"/>
            <a:ext cx="6412229" cy="4274819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Kép 29">
            <a:extLst>
              <a:ext uri="{FF2B5EF4-FFF2-40B4-BE49-F238E27FC236}">
                <a16:creationId xmlns:a16="http://schemas.microsoft.com/office/drawing/2014/main" id="{8D8C52F7-B380-426B-C550-D55169383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400" y="261553"/>
            <a:ext cx="7058025" cy="1447800"/>
          </a:xfrm>
          <a:prstGeom prst="rect">
            <a:avLst/>
          </a:prstGeom>
        </p:spPr>
      </p:pic>
      <p:sp>
        <p:nvSpPr>
          <p:cNvPr id="33" name="Téglalap 32">
            <a:extLst>
              <a:ext uri="{FF2B5EF4-FFF2-40B4-BE49-F238E27FC236}">
                <a16:creationId xmlns:a16="http://schemas.microsoft.com/office/drawing/2014/main" id="{7C08C6CA-0934-604E-73C9-BDE6AEFEEE5F}"/>
              </a:ext>
            </a:extLst>
          </p:cNvPr>
          <p:cNvSpPr/>
          <p:nvPr/>
        </p:nvSpPr>
        <p:spPr>
          <a:xfrm flipH="1">
            <a:off x="27937493" y="-1580400"/>
            <a:ext cx="16162160" cy="12825676"/>
          </a:xfrm>
          <a:prstGeom prst="rect">
            <a:avLst/>
          </a:prstGeom>
          <a:solidFill>
            <a:srgbClr val="27467D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4" name="Téglalap: lekerekített 33">
            <a:extLst>
              <a:ext uri="{FF2B5EF4-FFF2-40B4-BE49-F238E27FC236}">
                <a16:creationId xmlns:a16="http://schemas.microsoft.com/office/drawing/2014/main" id="{A05C7A87-6BD0-D02E-761E-923DC0D22EE3}"/>
              </a:ext>
            </a:extLst>
          </p:cNvPr>
          <p:cNvSpPr/>
          <p:nvPr/>
        </p:nvSpPr>
        <p:spPr>
          <a:xfrm flipH="1">
            <a:off x="26991111" y="360000"/>
            <a:ext cx="4718737" cy="1638300"/>
          </a:xfrm>
          <a:prstGeom prst="roundRect">
            <a:avLst/>
          </a:prstGeom>
          <a:solidFill>
            <a:srgbClr val="27467D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pic>
        <p:nvPicPr>
          <p:cNvPr id="38" name="Kép 37">
            <a:extLst>
              <a:ext uri="{FF2B5EF4-FFF2-40B4-BE49-F238E27FC236}">
                <a16:creationId xmlns:a16="http://schemas.microsoft.com/office/drawing/2014/main" id="{5A88B194-81E3-E02F-921C-9EDC260D78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24854" y="360000"/>
            <a:ext cx="7010400" cy="1447800"/>
          </a:xfrm>
          <a:prstGeom prst="rect">
            <a:avLst/>
          </a:prstGeom>
        </p:spPr>
      </p:pic>
      <p:pic>
        <p:nvPicPr>
          <p:cNvPr id="41" name="Kép 40">
            <a:extLst>
              <a:ext uri="{FF2B5EF4-FFF2-40B4-BE49-F238E27FC236}">
                <a16:creationId xmlns:a16="http://schemas.microsoft.com/office/drawing/2014/main" id="{755AA2C0-2C1D-E8FA-C284-E8FFE628D64A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 rot="797473">
            <a:off x="8468748" y="2180632"/>
            <a:ext cx="978943" cy="978943"/>
          </a:xfrm>
          <a:prstGeom prst="rect">
            <a:avLst/>
          </a:prstGeom>
        </p:spPr>
      </p:pic>
      <p:sp>
        <p:nvSpPr>
          <p:cNvPr id="55" name="Szabadkézi sokszög: alakzat 54">
            <a:extLst>
              <a:ext uri="{FF2B5EF4-FFF2-40B4-BE49-F238E27FC236}">
                <a16:creationId xmlns:a16="http://schemas.microsoft.com/office/drawing/2014/main" id="{DBEE2319-995B-B0E7-BB57-A8498FB79F85}"/>
              </a:ext>
            </a:extLst>
          </p:cNvPr>
          <p:cNvSpPr/>
          <p:nvPr/>
        </p:nvSpPr>
        <p:spPr>
          <a:xfrm rot="21129349">
            <a:off x="5475270" y="5384811"/>
            <a:ext cx="2976755" cy="1276025"/>
          </a:xfrm>
          <a:custGeom>
            <a:avLst/>
            <a:gdLst>
              <a:gd name="connsiteX0" fmla="*/ 2976755 w 2976755"/>
              <a:gd name="connsiteY0" fmla="*/ 0 h 1276025"/>
              <a:gd name="connsiteX1" fmla="*/ 195455 w 2976755"/>
              <a:gd name="connsiteY1" fmla="*/ 1244600 h 1276025"/>
              <a:gd name="connsiteX2" fmla="*/ 258955 w 2976755"/>
              <a:gd name="connsiteY2" fmla="*/ 876300 h 127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6755" h="1276025">
                <a:moveTo>
                  <a:pt x="2976755" y="0"/>
                </a:moveTo>
                <a:cubicBezTo>
                  <a:pt x="1812588" y="549275"/>
                  <a:pt x="648422" y="1098550"/>
                  <a:pt x="195455" y="1244600"/>
                </a:cubicBezTo>
                <a:cubicBezTo>
                  <a:pt x="-257512" y="1390650"/>
                  <a:pt x="212388" y="986367"/>
                  <a:pt x="258955" y="876300"/>
                </a:cubicBezTo>
              </a:path>
            </a:pathLst>
          </a:custGeom>
          <a:noFill/>
          <a:ln w="38100">
            <a:solidFill>
              <a:schemeClr val="bg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6" name="Szabadkézi sokszög: alakzat 55">
            <a:extLst>
              <a:ext uri="{FF2B5EF4-FFF2-40B4-BE49-F238E27FC236}">
                <a16:creationId xmlns:a16="http://schemas.microsoft.com/office/drawing/2014/main" id="{3D182171-4B42-585E-9214-18E64769DA6D}"/>
              </a:ext>
            </a:extLst>
          </p:cNvPr>
          <p:cNvSpPr/>
          <p:nvPr/>
        </p:nvSpPr>
        <p:spPr>
          <a:xfrm>
            <a:off x="496903" y="1524782"/>
            <a:ext cx="3223249" cy="2511262"/>
          </a:xfrm>
          <a:custGeom>
            <a:avLst/>
            <a:gdLst>
              <a:gd name="connsiteX0" fmla="*/ 2795590 w 3223249"/>
              <a:gd name="connsiteY0" fmla="*/ 537319 h 2511262"/>
              <a:gd name="connsiteX1" fmla="*/ 2998790 w 3223249"/>
              <a:gd name="connsiteY1" fmla="*/ 101890 h 2511262"/>
              <a:gd name="connsiteX2" fmla="*/ 52390 w 3223249"/>
              <a:gd name="connsiteY2" fmla="*/ 2235490 h 2511262"/>
              <a:gd name="connsiteX3" fmla="*/ 908733 w 3223249"/>
              <a:gd name="connsiteY3" fmla="*/ 2511262 h 251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23249" h="2511262">
                <a:moveTo>
                  <a:pt x="2795590" y="537319"/>
                </a:moveTo>
                <a:cubicBezTo>
                  <a:pt x="3125790" y="178090"/>
                  <a:pt x="3455990" y="-181139"/>
                  <a:pt x="2998790" y="101890"/>
                </a:cubicBezTo>
                <a:cubicBezTo>
                  <a:pt x="2541590" y="384918"/>
                  <a:pt x="400733" y="1833928"/>
                  <a:pt x="52390" y="2235490"/>
                </a:cubicBezTo>
                <a:cubicBezTo>
                  <a:pt x="-295953" y="2637052"/>
                  <a:pt x="1218371" y="2433853"/>
                  <a:pt x="908733" y="2511262"/>
                </a:cubicBezTo>
              </a:path>
            </a:pathLst>
          </a:custGeom>
          <a:noFill/>
          <a:ln w="38100">
            <a:solidFill>
              <a:schemeClr val="bg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349222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41B85D8B-8A39-831D-4B5F-CC1A472B4BC0}"/>
              </a:ext>
            </a:extLst>
          </p:cNvPr>
          <p:cNvSpPr/>
          <p:nvPr/>
        </p:nvSpPr>
        <p:spPr>
          <a:xfrm>
            <a:off x="-34947005" y="-1580400"/>
            <a:ext cx="16162160" cy="12825676"/>
          </a:xfrm>
          <a:prstGeom prst="rect">
            <a:avLst/>
          </a:prstGeom>
          <a:solidFill>
            <a:srgbClr val="27467D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370B9B83-A7F8-E26C-A57D-17DE2B7E6E0D}"/>
              </a:ext>
            </a:extLst>
          </p:cNvPr>
          <p:cNvSpPr/>
          <p:nvPr/>
        </p:nvSpPr>
        <p:spPr>
          <a:xfrm>
            <a:off x="-22557200" y="4858699"/>
            <a:ext cx="4718737" cy="1638300"/>
          </a:xfrm>
          <a:prstGeom prst="roundRect">
            <a:avLst/>
          </a:prstGeom>
          <a:solidFill>
            <a:srgbClr val="27467D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3" name="Téglalap 32">
            <a:extLst>
              <a:ext uri="{FF2B5EF4-FFF2-40B4-BE49-F238E27FC236}">
                <a16:creationId xmlns:a16="http://schemas.microsoft.com/office/drawing/2014/main" id="{7C08C6CA-0934-604E-73C9-BDE6AEFEEE5F}"/>
              </a:ext>
            </a:extLst>
          </p:cNvPr>
          <p:cNvSpPr/>
          <p:nvPr/>
        </p:nvSpPr>
        <p:spPr>
          <a:xfrm flipH="1">
            <a:off x="1343693" y="-1580400"/>
            <a:ext cx="16162160" cy="12825676"/>
          </a:xfrm>
          <a:prstGeom prst="rect">
            <a:avLst/>
          </a:prstGeom>
          <a:solidFill>
            <a:srgbClr val="27467D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4" name="Téglalap: lekerekített 33">
            <a:extLst>
              <a:ext uri="{FF2B5EF4-FFF2-40B4-BE49-F238E27FC236}">
                <a16:creationId xmlns:a16="http://schemas.microsoft.com/office/drawing/2014/main" id="{A05C7A87-6BD0-D02E-761E-923DC0D22EE3}"/>
              </a:ext>
            </a:extLst>
          </p:cNvPr>
          <p:cNvSpPr/>
          <p:nvPr/>
        </p:nvSpPr>
        <p:spPr>
          <a:xfrm flipH="1">
            <a:off x="397311" y="360000"/>
            <a:ext cx="4718737" cy="1638300"/>
          </a:xfrm>
          <a:prstGeom prst="roundRect">
            <a:avLst/>
          </a:prstGeom>
          <a:solidFill>
            <a:srgbClr val="27467D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823A5F9F-5E71-D3B7-B585-E60958C92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054" y="360000"/>
            <a:ext cx="7010400" cy="1447800"/>
          </a:xfrm>
          <a:prstGeom prst="rect">
            <a:avLst/>
          </a:prstGeom>
        </p:spPr>
      </p:pic>
      <p:pic>
        <p:nvPicPr>
          <p:cNvPr id="7" name="Picture 2" descr="Enter Miniature World: It's a Giant Experience!">
            <a:extLst>
              <a:ext uri="{FF2B5EF4-FFF2-40B4-BE49-F238E27FC236}">
                <a16:creationId xmlns:a16="http://schemas.microsoft.com/office/drawing/2014/main" id="{20005678-6BC0-E64B-7D33-0C49ECD27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123903" y="2112974"/>
            <a:ext cx="6412229" cy="4274819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51B059C5-E87B-8A25-E83B-72958F10D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8446800" y="286513"/>
            <a:ext cx="7058025" cy="1447800"/>
          </a:xfrm>
          <a:prstGeom prst="rect">
            <a:avLst/>
          </a:prstGeom>
        </p:spPr>
      </p:pic>
      <p:pic>
        <p:nvPicPr>
          <p:cNvPr id="10" name="Picture 2" descr="Enter Miniature World: It's a Giant Experience!">
            <a:extLst>
              <a:ext uri="{FF2B5EF4-FFF2-40B4-BE49-F238E27FC236}">
                <a16:creationId xmlns:a16="http://schemas.microsoft.com/office/drawing/2014/main" id="{255FA452-8460-4EE1-6CDF-D7CB707DE4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46" b="38324"/>
          <a:stretch/>
        </p:blipFill>
        <p:spPr bwMode="auto">
          <a:xfrm>
            <a:off x="9455166" y="2392323"/>
            <a:ext cx="1800000" cy="1861689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ransformers: The Last Knight - Así es Bumblebee en modo vehículo | Hobby  Consolas">
            <a:extLst>
              <a:ext uri="{FF2B5EF4-FFF2-40B4-BE49-F238E27FC236}">
                <a16:creationId xmlns:a16="http://schemas.microsoft.com/office/drawing/2014/main" id="{8835D8D1-D9A6-0E2E-18D5-ABECFBB684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87" r="33951" b="38740"/>
          <a:stretch/>
        </p:blipFill>
        <p:spPr bwMode="auto">
          <a:xfrm>
            <a:off x="5907315" y="2396999"/>
            <a:ext cx="1800000" cy="1795324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343 Industries is looking for a new designer to curate Forge content for  Halo Infinite | Eurogamer.net">
            <a:extLst>
              <a:ext uri="{FF2B5EF4-FFF2-40B4-BE49-F238E27FC236}">
                <a16:creationId xmlns:a16="http://schemas.microsoft.com/office/drawing/2014/main" id="{814DD833-9AE6-4729-36C0-391ADBD6CE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67" t="2963" r="37381" b="49841"/>
          <a:stretch/>
        </p:blipFill>
        <p:spPr bwMode="auto">
          <a:xfrm>
            <a:off x="2399823" y="2392323"/>
            <a:ext cx="1759641" cy="1800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zövegdoboz 10">
            <a:extLst>
              <a:ext uri="{FF2B5EF4-FFF2-40B4-BE49-F238E27FC236}">
                <a16:creationId xmlns:a16="http://schemas.microsoft.com/office/drawing/2014/main" id="{26B58FE4-BA7C-7707-6504-E8B24C6974B8}"/>
              </a:ext>
            </a:extLst>
          </p:cNvPr>
          <p:cNvSpPr txBox="1"/>
          <p:nvPr/>
        </p:nvSpPr>
        <p:spPr>
          <a:xfrm>
            <a:off x="1866661" y="4726044"/>
            <a:ext cx="2825964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hu-HU" sz="2400" dirty="0">
                <a:solidFill>
                  <a:srgbClr val="99B2DF"/>
                </a:solidFill>
              </a:rPr>
              <a:t>Termék és </a:t>
            </a:r>
            <a:r>
              <a:rPr lang="hu-HU" sz="2400" b="0" i="0" dirty="0">
                <a:solidFill>
                  <a:srgbClr val="99B2DF"/>
                </a:solidFill>
                <a:effectLst/>
              </a:rPr>
              <a:t>vállalkozásfejlesztési szakértő</a:t>
            </a:r>
            <a:endParaRPr lang="hu-HU" sz="2400" dirty="0">
              <a:solidFill>
                <a:srgbClr val="99B2DF"/>
              </a:solidFill>
            </a:endParaRPr>
          </a:p>
        </p:txBody>
      </p:sp>
      <p:cxnSp>
        <p:nvCxnSpPr>
          <p:cNvPr id="13" name="Egyenes összekötő 12">
            <a:extLst>
              <a:ext uri="{FF2B5EF4-FFF2-40B4-BE49-F238E27FC236}">
                <a16:creationId xmlns:a16="http://schemas.microsoft.com/office/drawing/2014/main" id="{F0C27E0D-5CAB-34F3-2346-27E786D697B4}"/>
              </a:ext>
            </a:extLst>
          </p:cNvPr>
          <p:cNvCxnSpPr/>
          <p:nvPr/>
        </p:nvCxnSpPr>
        <p:spPr>
          <a:xfrm>
            <a:off x="5116048" y="2392323"/>
            <a:ext cx="0" cy="4589048"/>
          </a:xfrm>
          <a:prstGeom prst="line">
            <a:avLst/>
          </a:prstGeom>
          <a:ln>
            <a:solidFill>
              <a:srgbClr val="99B2D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3EA94A7B-DC49-47FA-4060-25C4BA89202E}"/>
              </a:ext>
            </a:extLst>
          </p:cNvPr>
          <p:cNvSpPr txBox="1"/>
          <p:nvPr/>
        </p:nvSpPr>
        <p:spPr>
          <a:xfrm>
            <a:off x="1816889" y="4225182"/>
            <a:ext cx="282596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hu-HU" sz="2400" b="1" dirty="0">
                <a:solidFill>
                  <a:srgbClr val="99B2DF"/>
                </a:solidFill>
              </a:rPr>
              <a:t>Master </a:t>
            </a:r>
            <a:r>
              <a:rPr lang="hu-HU" sz="2400" b="1" dirty="0" err="1">
                <a:solidFill>
                  <a:srgbClr val="99B2DF"/>
                </a:solidFill>
              </a:rPr>
              <a:t>Chief</a:t>
            </a:r>
            <a:endParaRPr lang="hu-HU" sz="2400" b="1" dirty="0">
              <a:solidFill>
                <a:srgbClr val="99B2DF"/>
              </a:solidFill>
            </a:endParaRPr>
          </a:p>
        </p:txBody>
      </p:sp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8141C55B-9D88-6733-F419-566BB88EB552}"/>
              </a:ext>
            </a:extLst>
          </p:cNvPr>
          <p:cNvCxnSpPr/>
          <p:nvPr/>
        </p:nvCxnSpPr>
        <p:spPr>
          <a:xfrm>
            <a:off x="8592219" y="2394000"/>
            <a:ext cx="0" cy="4589048"/>
          </a:xfrm>
          <a:prstGeom prst="line">
            <a:avLst/>
          </a:prstGeom>
          <a:ln>
            <a:solidFill>
              <a:srgbClr val="99B2D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9127E433-E9EC-9180-9F81-0456140BE6F6}"/>
              </a:ext>
            </a:extLst>
          </p:cNvPr>
          <p:cNvSpPr txBox="1"/>
          <p:nvPr/>
        </p:nvSpPr>
        <p:spPr>
          <a:xfrm>
            <a:off x="5441152" y="4225181"/>
            <a:ext cx="282596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hu-HU" sz="2400" b="1" dirty="0">
                <a:solidFill>
                  <a:srgbClr val="99B2DF"/>
                </a:solidFill>
              </a:rPr>
              <a:t>Űrdongó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39DC904E-8CF1-64CF-0F69-1C8DBEC5CACD}"/>
              </a:ext>
            </a:extLst>
          </p:cNvPr>
          <p:cNvSpPr txBox="1"/>
          <p:nvPr/>
        </p:nvSpPr>
        <p:spPr>
          <a:xfrm>
            <a:off x="8912357" y="4264379"/>
            <a:ext cx="282596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hu-HU" sz="2400" b="1" dirty="0">
                <a:solidFill>
                  <a:srgbClr val="99B2DF"/>
                </a:solidFill>
              </a:rPr>
              <a:t>Bob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F1E42695-D478-1CCE-1554-5ADA9C91614B}"/>
              </a:ext>
            </a:extLst>
          </p:cNvPr>
          <p:cNvSpPr txBox="1"/>
          <p:nvPr/>
        </p:nvSpPr>
        <p:spPr>
          <a:xfrm>
            <a:off x="5441152" y="4726044"/>
            <a:ext cx="282596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hu-HU" sz="2400" dirty="0">
                <a:solidFill>
                  <a:srgbClr val="99B2DF"/>
                </a:solidFill>
              </a:rPr>
              <a:t>T</a:t>
            </a:r>
            <a:r>
              <a:rPr lang="hu-HU" sz="2400" b="0" i="0" dirty="0">
                <a:solidFill>
                  <a:srgbClr val="99B2DF"/>
                </a:solidFill>
                <a:effectLst/>
              </a:rPr>
              <a:t>ervezés és fejlesztés</a:t>
            </a:r>
            <a:endParaRPr lang="hu-HU" sz="2400" dirty="0">
              <a:solidFill>
                <a:srgbClr val="99B2DF"/>
              </a:solidFill>
            </a:endParaRPr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0350CCFE-AE5A-0B32-8489-091D48062FD0}"/>
              </a:ext>
            </a:extLst>
          </p:cNvPr>
          <p:cNvSpPr txBox="1"/>
          <p:nvPr/>
        </p:nvSpPr>
        <p:spPr>
          <a:xfrm>
            <a:off x="8912357" y="4726043"/>
            <a:ext cx="282596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hu-HU" sz="2400" dirty="0">
                <a:solidFill>
                  <a:srgbClr val="99B2DF"/>
                </a:solidFill>
              </a:rPr>
              <a:t>Bob</a:t>
            </a: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A97A33FD-13A1-54EB-539C-0E2F7381ADB6}"/>
              </a:ext>
            </a:extLst>
          </p:cNvPr>
          <p:cNvSpPr txBox="1"/>
          <p:nvPr/>
        </p:nvSpPr>
        <p:spPr>
          <a:xfrm>
            <a:off x="1866661" y="5926128"/>
            <a:ext cx="282596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hu-HU" sz="2400" b="1" dirty="0" err="1">
                <a:solidFill>
                  <a:srgbClr val="99B2DF"/>
                </a:solidFill>
              </a:rPr>
              <a:t>ELTÉs</a:t>
            </a:r>
            <a:r>
              <a:rPr lang="hu-HU" sz="2400" b="1" dirty="0">
                <a:solidFill>
                  <a:srgbClr val="99B2DF"/>
                </a:solidFill>
              </a:rPr>
              <a:t> öregdiák</a:t>
            </a:r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818DEB4C-20B9-2DC3-99E6-D880DE091C80}"/>
              </a:ext>
            </a:extLst>
          </p:cNvPr>
          <p:cNvSpPr txBox="1"/>
          <p:nvPr/>
        </p:nvSpPr>
        <p:spPr>
          <a:xfrm>
            <a:off x="5441152" y="5226907"/>
            <a:ext cx="2825964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hu-HU" sz="2400" dirty="0" err="1">
                <a:solidFill>
                  <a:srgbClr val="99B2DF"/>
                </a:solidFill>
              </a:rPr>
              <a:t>Intergalaktikus</a:t>
            </a:r>
            <a:r>
              <a:rPr lang="hu-HU" sz="2400" dirty="0">
                <a:solidFill>
                  <a:srgbClr val="99B2DF"/>
                </a:solidFill>
              </a:rPr>
              <a:t> szépségverseny győztese</a:t>
            </a:r>
          </a:p>
        </p:txBody>
      </p:sp>
    </p:spTree>
    <p:extLst>
      <p:ext uri="{BB962C8B-B14F-4D97-AF65-F5344CB8AC3E}">
        <p14:creationId xmlns:p14="http://schemas.microsoft.com/office/powerpoint/2010/main" val="2834093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églalap 32">
            <a:extLst>
              <a:ext uri="{FF2B5EF4-FFF2-40B4-BE49-F238E27FC236}">
                <a16:creationId xmlns:a16="http://schemas.microsoft.com/office/drawing/2014/main" id="{7C08C6CA-0934-604E-73C9-BDE6AEFEEE5F}"/>
              </a:ext>
            </a:extLst>
          </p:cNvPr>
          <p:cNvSpPr/>
          <p:nvPr/>
        </p:nvSpPr>
        <p:spPr>
          <a:xfrm flipH="1">
            <a:off x="1343693" y="-1580400"/>
            <a:ext cx="16162160" cy="12825676"/>
          </a:xfrm>
          <a:prstGeom prst="rect">
            <a:avLst/>
          </a:prstGeom>
          <a:solidFill>
            <a:srgbClr val="27467D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4" name="Téglalap: lekerekített 33">
            <a:extLst>
              <a:ext uri="{FF2B5EF4-FFF2-40B4-BE49-F238E27FC236}">
                <a16:creationId xmlns:a16="http://schemas.microsoft.com/office/drawing/2014/main" id="{A05C7A87-6BD0-D02E-761E-923DC0D22EE3}"/>
              </a:ext>
            </a:extLst>
          </p:cNvPr>
          <p:cNvSpPr/>
          <p:nvPr/>
        </p:nvSpPr>
        <p:spPr>
          <a:xfrm flipH="1">
            <a:off x="397311" y="2610000"/>
            <a:ext cx="4718737" cy="1638300"/>
          </a:xfrm>
          <a:prstGeom prst="roundRect">
            <a:avLst/>
          </a:prstGeom>
          <a:solidFill>
            <a:srgbClr val="27467D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1C8F1797-E851-7F94-D30E-489DD8B94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800" y="360000"/>
            <a:ext cx="7134225" cy="742950"/>
          </a:xfrm>
          <a:prstGeom prst="rect">
            <a:avLst/>
          </a:prstGeom>
        </p:spPr>
      </p:pic>
      <p:grpSp>
        <p:nvGrpSpPr>
          <p:cNvPr id="12" name="Csoportba foglalás 11">
            <a:extLst>
              <a:ext uri="{FF2B5EF4-FFF2-40B4-BE49-F238E27FC236}">
                <a16:creationId xmlns:a16="http://schemas.microsoft.com/office/drawing/2014/main" id="{A971B743-AA69-D6EA-D8FB-B2569829B8AE}"/>
              </a:ext>
            </a:extLst>
          </p:cNvPr>
          <p:cNvGrpSpPr/>
          <p:nvPr/>
        </p:nvGrpSpPr>
        <p:grpSpPr>
          <a:xfrm>
            <a:off x="5189783" y="1951165"/>
            <a:ext cx="3994228" cy="3994228"/>
            <a:chOff x="4020457" y="1608286"/>
            <a:chExt cx="5718628" cy="5718628"/>
          </a:xfrm>
        </p:grpSpPr>
        <p:cxnSp>
          <p:nvCxnSpPr>
            <p:cNvPr id="10" name="Egyenes összekötő nyíllal 9">
              <a:extLst>
                <a:ext uri="{FF2B5EF4-FFF2-40B4-BE49-F238E27FC236}">
                  <a16:creationId xmlns:a16="http://schemas.microsoft.com/office/drawing/2014/main" id="{3A4A577C-FC56-31A2-19ED-D684E768581C}"/>
                </a:ext>
              </a:extLst>
            </p:cNvPr>
            <p:cNvCxnSpPr/>
            <p:nvPr/>
          </p:nvCxnSpPr>
          <p:spPr>
            <a:xfrm>
              <a:off x="4020457" y="4466015"/>
              <a:ext cx="5718628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Egyenes összekötő nyíllal 10">
              <a:extLst>
                <a:ext uri="{FF2B5EF4-FFF2-40B4-BE49-F238E27FC236}">
                  <a16:creationId xmlns:a16="http://schemas.microsoft.com/office/drawing/2014/main" id="{50545DC1-C6F9-0998-4AF4-FA8633F0798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021200" y="4467600"/>
              <a:ext cx="5718628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Csoportba foglalás 16">
            <a:extLst>
              <a:ext uri="{FF2B5EF4-FFF2-40B4-BE49-F238E27FC236}">
                <a16:creationId xmlns:a16="http://schemas.microsoft.com/office/drawing/2014/main" id="{137E1906-0D07-74C2-4E71-56843ACC7970}"/>
              </a:ext>
            </a:extLst>
          </p:cNvPr>
          <p:cNvGrpSpPr/>
          <p:nvPr/>
        </p:nvGrpSpPr>
        <p:grpSpPr>
          <a:xfrm>
            <a:off x="8093544" y="2682105"/>
            <a:ext cx="3036739" cy="938379"/>
            <a:chOff x="4801451" y="2172578"/>
            <a:chExt cx="3036739" cy="938379"/>
          </a:xfrm>
        </p:grpSpPr>
        <p:grpSp>
          <p:nvGrpSpPr>
            <p:cNvPr id="15" name="Csoportba foglalás 14">
              <a:extLst>
                <a:ext uri="{FF2B5EF4-FFF2-40B4-BE49-F238E27FC236}">
                  <a16:creationId xmlns:a16="http://schemas.microsoft.com/office/drawing/2014/main" id="{2B86EAB8-01D3-1E0D-58B7-EA1E40136A02}"/>
                </a:ext>
              </a:extLst>
            </p:cNvPr>
            <p:cNvGrpSpPr/>
            <p:nvPr/>
          </p:nvGrpSpPr>
          <p:grpSpPr>
            <a:xfrm>
              <a:off x="4801451" y="2172578"/>
              <a:ext cx="629194" cy="694349"/>
              <a:chOff x="5016000" y="2349000"/>
              <a:chExt cx="2160000" cy="2383676"/>
            </a:xfrm>
          </p:grpSpPr>
          <p:sp>
            <p:nvSpPr>
              <p:cNvPr id="13" name="Téglalap 12">
                <a:extLst>
                  <a:ext uri="{FF2B5EF4-FFF2-40B4-BE49-F238E27FC236}">
                    <a16:creationId xmlns:a16="http://schemas.microsoft.com/office/drawing/2014/main" id="{B451E2ED-512D-7435-7D4A-6B81689CF45C}"/>
                  </a:ext>
                </a:extLst>
              </p:cNvPr>
              <p:cNvSpPr/>
              <p:nvPr/>
            </p:nvSpPr>
            <p:spPr>
              <a:xfrm rot="2700000">
                <a:off x="5016000" y="2349000"/>
                <a:ext cx="2160000" cy="21600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4" name="Téglalap 13">
                <a:extLst>
                  <a:ext uri="{FF2B5EF4-FFF2-40B4-BE49-F238E27FC236}">
                    <a16:creationId xmlns:a16="http://schemas.microsoft.com/office/drawing/2014/main" id="{4DFE138C-DFD6-8BA2-6B9A-E05F968F013B}"/>
                  </a:ext>
                </a:extLst>
              </p:cNvPr>
              <p:cNvSpPr/>
              <p:nvPr/>
            </p:nvSpPr>
            <p:spPr>
              <a:xfrm rot="2700000">
                <a:off x="5555998" y="3652675"/>
                <a:ext cx="1080001" cy="1080001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16" name="Szövegdoboz 15">
              <a:extLst>
                <a:ext uri="{FF2B5EF4-FFF2-40B4-BE49-F238E27FC236}">
                  <a16:creationId xmlns:a16="http://schemas.microsoft.com/office/drawing/2014/main" id="{7DAB12A3-DCF1-3FD0-6777-365D72C58EE2}"/>
                </a:ext>
              </a:extLst>
            </p:cNvPr>
            <p:cNvSpPr txBox="1"/>
            <p:nvPr/>
          </p:nvSpPr>
          <p:spPr>
            <a:xfrm>
              <a:off x="5092718" y="2279960"/>
              <a:ext cx="274547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4800" dirty="0"/>
                <a:t>🅀🅄🄱🄴</a:t>
              </a:r>
            </a:p>
          </p:txBody>
        </p:sp>
      </p:grpSp>
      <p:pic>
        <p:nvPicPr>
          <p:cNvPr id="4098" name="Picture 2">
            <a:extLst>
              <a:ext uri="{FF2B5EF4-FFF2-40B4-BE49-F238E27FC236}">
                <a16:creationId xmlns:a16="http://schemas.microsoft.com/office/drawing/2014/main" id="{C29E5798-7CE0-B3BF-D5E0-610B3D81B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5619" y="2465099"/>
            <a:ext cx="3263794" cy="828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Mug - Assassin´s Creed &quot;Abstergo Logo Crest&quot; | Funko Universe, Planet of  comics, games and collecting.">
            <a:extLst>
              <a:ext uri="{FF2B5EF4-FFF2-40B4-BE49-F238E27FC236}">
                <a16:creationId xmlns:a16="http://schemas.microsoft.com/office/drawing/2014/main" id="{B05B61E5-ED3D-5110-EC12-DFF291D2B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3467" y="4519794"/>
            <a:ext cx="3232631" cy="9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Szövegdoboz 19">
            <a:extLst>
              <a:ext uri="{FF2B5EF4-FFF2-40B4-BE49-F238E27FC236}">
                <a16:creationId xmlns:a16="http://schemas.microsoft.com/office/drawing/2014/main" id="{333EA1D6-8856-C486-16F8-AFA2AF2068AF}"/>
              </a:ext>
            </a:extLst>
          </p:cNvPr>
          <p:cNvSpPr txBox="1"/>
          <p:nvPr/>
        </p:nvSpPr>
        <p:spPr>
          <a:xfrm>
            <a:off x="5292781" y="1525492"/>
            <a:ext cx="3891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dirty="0"/>
              <a:t>Nem templomosok irányítják</a:t>
            </a: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CE9737A6-4DB3-6964-7C4D-4F3F2D7F22AD}"/>
              </a:ext>
            </a:extLst>
          </p:cNvPr>
          <p:cNvSpPr txBox="1"/>
          <p:nvPr/>
        </p:nvSpPr>
        <p:spPr>
          <a:xfrm>
            <a:off x="9257747" y="3716339"/>
            <a:ext cx="25369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dirty="0"/>
              <a:t>NEM illegális emberkísérleteket </a:t>
            </a:r>
          </a:p>
          <a:p>
            <a:r>
              <a:rPr lang="hu-HU" sz="2400" b="1" dirty="0"/>
              <a:t>végez</a:t>
            </a:r>
          </a:p>
        </p:txBody>
      </p:sp>
    </p:spTree>
    <p:extLst>
      <p:ext uri="{BB962C8B-B14F-4D97-AF65-F5344CB8AC3E}">
        <p14:creationId xmlns:p14="http://schemas.microsoft.com/office/powerpoint/2010/main" val="2292770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églalap 32">
            <a:extLst>
              <a:ext uri="{FF2B5EF4-FFF2-40B4-BE49-F238E27FC236}">
                <a16:creationId xmlns:a16="http://schemas.microsoft.com/office/drawing/2014/main" id="{7C08C6CA-0934-604E-73C9-BDE6AEFEEE5F}"/>
              </a:ext>
            </a:extLst>
          </p:cNvPr>
          <p:cNvSpPr/>
          <p:nvPr/>
        </p:nvSpPr>
        <p:spPr>
          <a:xfrm flipH="1">
            <a:off x="1343693" y="-1580400"/>
            <a:ext cx="16162160" cy="12825676"/>
          </a:xfrm>
          <a:prstGeom prst="rect">
            <a:avLst/>
          </a:prstGeom>
          <a:solidFill>
            <a:srgbClr val="27467D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4" name="Téglalap: lekerekített 33">
            <a:extLst>
              <a:ext uri="{FF2B5EF4-FFF2-40B4-BE49-F238E27FC236}">
                <a16:creationId xmlns:a16="http://schemas.microsoft.com/office/drawing/2014/main" id="{A05C7A87-6BD0-D02E-761E-923DC0D22EE3}"/>
              </a:ext>
            </a:extLst>
          </p:cNvPr>
          <p:cNvSpPr/>
          <p:nvPr/>
        </p:nvSpPr>
        <p:spPr>
          <a:xfrm flipH="1">
            <a:off x="397311" y="4860000"/>
            <a:ext cx="4718737" cy="1638300"/>
          </a:xfrm>
          <a:prstGeom prst="roundRect">
            <a:avLst/>
          </a:prstGeom>
          <a:solidFill>
            <a:srgbClr val="27467D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D3F686D9-64DA-CFD0-BAD1-DF07DA2AF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800" y="360000"/>
            <a:ext cx="6991350" cy="923925"/>
          </a:xfrm>
          <a:prstGeom prst="rect">
            <a:avLst/>
          </a:prstGeom>
        </p:spPr>
      </p:pic>
      <p:pic>
        <p:nvPicPr>
          <p:cNvPr id="5122" name="Picture 2" descr="scale weight icon png transparent 9663096 PNG">
            <a:extLst>
              <a:ext uri="{FF2B5EF4-FFF2-40B4-BE49-F238E27FC236}">
                <a16:creationId xmlns:a16="http://schemas.microsoft.com/office/drawing/2014/main" id="{5E1BED6A-9858-01C2-E8E9-80F76F369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7475" y="2317387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C89E96EE-A325-9923-16D3-2C0ACC6C99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475" y="2790111"/>
            <a:ext cx="2835938" cy="2835938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0448EDAC-C25B-ADC2-33EF-C6B9455647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1374" y="2926485"/>
            <a:ext cx="1970314" cy="1970314"/>
          </a:xfrm>
          <a:prstGeom prst="rect">
            <a:avLst/>
          </a:prstGeom>
        </p:spPr>
      </p:pic>
      <p:sp>
        <p:nvSpPr>
          <p:cNvPr id="11" name="Szövegdoboz 10">
            <a:extLst>
              <a:ext uri="{FF2B5EF4-FFF2-40B4-BE49-F238E27FC236}">
                <a16:creationId xmlns:a16="http://schemas.microsoft.com/office/drawing/2014/main" id="{A437E9E1-553B-56D3-CFB6-61C50FB126DA}"/>
              </a:ext>
            </a:extLst>
          </p:cNvPr>
          <p:cNvSpPr txBox="1"/>
          <p:nvPr/>
        </p:nvSpPr>
        <p:spPr>
          <a:xfrm>
            <a:off x="3931694" y="4289544"/>
            <a:ext cx="1967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>
                <a:latin typeface="Arial Black" panose="020B0A04020102020204" pitchFamily="34" charset="0"/>
              </a:rPr>
              <a:t>Lakók jövedelmének %-a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9CAAA54F-68D5-7556-6250-3F01B040C66F}"/>
              </a:ext>
            </a:extLst>
          </p:cNvPr>
          <p:cNvSpPr txBox="1"/>
          <p:nvPr/>
        </p:nvSpPr>
        <p:spPr>
          <a:xfrm>
            <a:off x="7938287" y="4104878"/>
            <a:ext cx="2056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>
                <a:latin typeface="Arial Black" panose="020B0A04020102020204" pitchFamily="34" charset="0"/>
              </a:rPr>
              <a:t>város</a:t>
            </a:r>
          </a:p>
          <a:p>
            <a:pPr algn="ctr"/>
            <a:r>
              <a:rPr lang="hu-HU" b="1" dirty="0">
                <a:latin typeface="Arial Black" panose="020B0A04020102020204" pitchFamily="34" charset="0"/>
              </a:rPr>
              <a:t>fenntartása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E556BBB7-925B-3888-AA18-90C88D5C3599}"/>
              </a:ext>
            </a:extLst>
          </p:cNvPr>
          <p:cNvSpPr txBox="1"/>
          <p:nvPr/>
        </p:nvSpPr>
        <p:spPr>
          <a:xfrm>
            <a:off x="3645900" y="2020001"/>
            <a:ext cx="3162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000" b="1" dirty="0">
                <a:latin typeface="Arial Black" panose="020B0A04020102020204" pitchFamily="34" charset="0"/>
              </a:rPr>
              <a:t>Bevétel:</a:t>
            </a: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E3D9D9DB-C3E9-60FD-50D1-3294806AE476}"/>
              </a:ext>
            </a:extLst>
          </p:cNvPr>
          <p:cNvSpPr txBox="1"/>
          <p:nvPr/>
        </p:nvSpPr>
        <p:spPr>
          <a:xfrm>
            <a:off x="7529257" y="2081556"/>
            <a:ext cx="3162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b="1" dirty="0">
                <a:latin typeface="Arial Black" panose="020B0A04020102020204" pitchFamily="34" charset="0"/>
              </a:rPr>
              <a:t>Kiadások: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4EBCBEF8-714B-25FB-6700-83F71B0C342D}"/>
              </a:ext>
            </a:extLst>
          </p:cNvPr>
          <p:cNvSpPr txBox="1"/>
          <p:nvPr/>
        </p:nvSpPr>
        <p:spPr>
          <a:xfrm>
            <a:off x="2326820" y="3495588"/>
            <a:ext cx="19202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latin typeface="Arial Black" panose="020B0A04020102020204" pitchFamily="34" charset="0"/>
              </a:rPr>
              <a:t>~20.000$/hónap</a:t>
            </a: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6EF987F6-372F-A43C-E3F1-AEE1F3015EB8}"/>
              </a:ext>
            </a:extLst>
          </p:cNvPr>
          <p:cNvSpPr txBox="1"/>
          <p:nvPr/>
        </p:nvSpPr>
        <p:spPr>
          <a:xfrm>
            <a:off x="9462046" y="3495589"/>
            <a:ext cx="19202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u-HU" sz="2400" dirty="0">
                <a:latin typeface="Arial Black" panose="020B0A04020102020204" pitchFamily="34" charset="0"/>
              </a:rPr>
              <a:t>~2.000$/hónap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F8411CCB-A223-DD8B-5D05-2EDDEBBA58B3}"/>
              </a:ext>
            </a:extLst>
          </p:cNvPr>
          <p:cNvSpPr txBox="1"/>
          <p:nvPr/>
        </p:nvSpPr>
        <p:spPr>
          <a:xfrm>
            <a:off x="2228359" y="1053427"/>
            <a:ext cx="1562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dirty="0" err="1">
                <a:latin typeface="Arial Black" panose="020B0A04020102020204" pitchFamily="34" charset="0"/>
              </a:rPr>
              <a:t>városonkénti</a:t>
            </a:r>
            <a:endParaRPr lang="hu-HU" sz="11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749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zövegdoboz 12">
            <a:extLst>
              <a:ext uri="{FF2B5EF4-FFF2-40B4-BE49-F238E27FC236}">
                <a16:creationId xmlns:a16="http://schemas.microsoft.com/office/drawing/2014/main" id="{E556BBB7-925B-3888-AA18-90C88D5C3599}"/>
              </a:ext>
            </a:extLst>
          </p:cNvPr>
          <p:cNvSpPr txBox="1"/>
          <p:nvPr/>
        </p:nvSpPr>
        <p:spPr>
          <a:xfrm>
            <a:off x="19839629" y="1695536"/>
            <a:ext cx="3162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000" b="1" dirty="0">
                <a:latin typeface="Arial Black" panose="020B0A04020102020204" pitchFamily="34" charset="0"/>
              </a:rPr>
              <a:t>Bevétel:</a:t>
            </a: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E3D9D9DB-C3E9-60FD-50D1-3294806AE476}"/>
              </a:ext>
            </a:extLst>
          </p:cNvPr>
          <p:cNvSpPr txBox="1"/>
          <p:nvPr/>
        </p:nvSpPr>
        <p:spPr>
          <a:xfrm>
            <a:off x="23722986" y="1757091"/>
            <a:ext cx="3162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b="1" dirty="0">
                <a:latin typeface="Arial Black" panose="020B0A04020102020204" pitchFamily="34" charset="0"/>
              </a:rPr>
              <a:t>Kiadások:</a:t>
            </a:r>
          </a:p>
        </p:txBody>
      </p:sp>
      <p:sp>
        <p:nvSpPr>
          <p:cNvPr id="33" name="Téglalap 32">
            <a:extLst>
              <a:ext uri="{FF2B5EF4-FFF2-40B4-BE49-F238E27FC236}">
                <a16:creationId xmlns:a16="http://schemas.microsoft.com/office/drawing/2014/main" id="{7C08C6CA-0934-604E-73C9-BDE6AEFEEE5F}"/>
              </a:ext>
            </a:extLst>
          </p:cNvPr>
          <p:cNvSpPr/>
          <p:nvPr/>
        </p:nvSpPr>
        <p:spPr>
          <a:xfrm flipH="1">
            <a:off x="17537422" y="-1580400"/>
            <a:ext cx="16162160" cy="12825676"/>
          </a:xfrm>
          <a:prstGeom prst="rect">
            <a:avLst/>
          </a:prstGeom>
          <a:solidFill>
            <a:srgbClr val="27467D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4" name="Téglalap: lekerekített 33">
            <a:extLst>
              <a:ext uri="{FF2B5EF4-FFF2-40B4-BE49-F238E27FC236}">
                <a16:creationId xmlns:a16="http://schemas.microsoft.com/office/drawing/2014/main" id="{A05C7A87-6BD0-D02E-761E-923DC0D22EE3}"/>
              </a:ext>
            </a:extLst>
          </p:cNvPr>
          <p:cNvSpPr/>
          <p:nvPr/>
        </p:nvSpPr>
        <p:spPr>
          <a:xfrm flipH="1">
            <a:off x="16591040" y="4860000"/>
            <a:ext cx="4718737" cy="1638300"/>
          </a:xfrm>
          <a:prstGeom prst="roundRect">
            <a:avLst/>
          </a:prstGeom>
          <a:solidFill>
            <a:srgbClr val="27467D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D3F686D9-64DA-CFD0-BAD1-DF07DA2AF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4529" y="360000"/>
            <a:ext cx="6991350" cy="923925"/>
          </a:xfrm>
          <a:prstGeom prst="rect">
            <a:avLst/>
          </a:prstGeom>
        </p:spPr>
      </p:pic>
      <p:pic>
        <p:nvPicPr>
          <p:cNvPr id="5122" name="Picture 2" descr="scale weight icon png transparent 9663096 PNG">
            <a:extLst>
              <a:ext uri="{FF2B5EF4-FFF2-40B4-BE49-F238E27FC236}">
                <a16:creationId xmlns:a16="http://schemas.microsoft.com/office/drawing/2014/main" id="{5E1BED6A-9858-01C2-E8E9-80F76F369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91204" y="2317387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C89E96EE-A325-9923-16D3-2C0ACC6C99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91204" y="2790111"/>
            <a:ext cx="2835938" cy="2835938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0448EDAC-C25B-ADC2-33EF-C6B9455647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75103" y="2926485"/>
            <a:ext cx="1970314" cy="1970314"/>
          </a:xfrm>
          <a:prstGeom prst="rect">
            <a:avLst/>
          </a:prstGeom>
        </p:spPr>
      </p:pic>
      <p:sp>
        <p:nvSpPr>
          <p:cNvPr id="11" name="Szövegdoboz 10">
            <a:extLst>
              <a:ext uri="{FF2B5EF4-FFF2-40B4-BE49-F238E27FC236}">
                <a16:creationId xmlns:a16="http://schemas.microsoft.com/office/drawing/2014/main" id="{A437E9E1-553B-56D3-CFB6-61C50FB126DA}"/>
              </a:ext>
            </a:extLst>
          </p:cNvPr>
          <p:cNvSpPr txBox="1"/>
          <p:nvPr/>
        </p:nvSpPr>
        <p:spPr>
          <a:xfrm>
            <a:off x="20125423" y="4289544"/>
            <a:ext cx="1967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>
                <a:latin typeface="Arial Black" panose="020B0A04020102020204" pitchFamily="34" charset="0"/>
              </a:rPr>
              <a:t>Lakók jövedelmének %-a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9CAAA54F-68D5-7556-6250-3F01B040C66F}"/>
              </a:ext>
            </a:extLst>
          </p:cNvPr>
          <p:cNvSpPr txBox="1"/>
          <p:nvPr/>
        </p:nvSpPr>
        <p:spPr>
          <a:xfrm>
            <a:off x="24132016" y="4104878"/>
            <a:ext cx="2056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>
                <a:latin typeface="Arial Black" panose="020B0A04020102020204" pitchFamily="34" charset="0"/>
              </a:rPr>
              <a:t>város</a:t>
            </a:r>
          </a:p>
          <a:p>
            <a:pPr algn="ctr"/>
            <a:r>
              <a:rPr lang="hu-HU" b="1" dirty="0">
                <a:latin typeface="Arial Black" panose="020B0A04020102020204" pitchFamily="34" charset="0"/>
              </a:rPr>
              <a:t>fenntartása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4EBCBEF8-714B-25FB-6700-83F71B0C342D}"/>
              </a:ext>
            </a:extLst>
          </p:cNvPr>
          <p:cNvSpPr txBox="1"/>
          <p:nvPr/>
        </p:nvSpPr>
        <p:spPr>
          <a:xfrm>
            <a:off x="18520549" y="3495588"/>
            <a:ext cx="19202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latin typeface="Arial Black" panose="020B0A04020102020204" pitchFamily="34" charset="0"/>
              </a:rPr>
              <a:t>~20.000$/hónap</a:t>
            </a: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6EF987F6-372F-A43C-E3F1-AEE1F3015EB8}"/>
              </a:ext>
            </a:extLst>
          </p:cNvPr>
          <p:cNvSpPr txBox="1"/>
          <p:nvPr/>
        </p:nvSpPr>
        <p:spPr>
          <a:xfrm>
            <a:off x="25655775" y="3495589"/>
            <a:ext cx="19202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u-HU" sz="2400" dirty="0">
                <a:latin typeface="Arial Black" panose="020B0A04020102020204" pitchFamily="34" charset="0"/>
              </a:rPr>
              <a:t>~2.000$/hónap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F8411CCB-A223-DD8B-5D05-2EDDEBBA58B3}"/>
              </a:ext>
            </a:extLst>
          </p:cNvPr>
          <p:cNvSpPr txBox="1"/>
          <p:nvPr/>
        </p:nvSpPr>
        <p:spPr>
          <a:xfrm>
            <a:off x="18422088" y="1053427"/>
            <a:ext cx="1562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dirty="0" err="1">
                <a:latin typeface="Arial Black" panose="020B0A04020102020204" pitchFamily="34" charset="0"/>
              </a:rPr>
              <a:t>városonkénti</a:t>
            </a:r>
            <a:endParaRPr lang="hu-HU" sz="1100" dirty="0">
              <a:latin typeface="Arial Black" panose="020B0A04020102020204" pitchFamily="34" charset="0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EF8D55B9-7C6D-0D7F-8BD3-94F6AE95D3CF}"/>
              </a:ext>
            </a:extLst>
          </p:cNvPr>
          <p:cNvSpPr txBox="1"/>
          <p:nvPr/>
        </p:nvSpPr>
        <p:spPr>
          <a:xfrm>
            <a:off x="2195512" y="171724"/>
            <a:ext cx="780097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4400" b="0" i="0" dirty="0">
                <a:solidFill>
                  <a:srgbClr val="7C9CD6"/>
                </a:solidFill>
                <a:effectLst/>
                <a:latin typeface="Arial Black" panose="020B0A04020102020204" pitchFamily="34" charset="0"/>
              </a:rPr>
              <a:t>Fektessen be most a jövőbe!</a:t>
            </a:r>
            <a:endParaRPr lang="hu-HU" sz="4400" dirty="0">
              <a:solidFill>
                <a:srgbClr val="7C9CD6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F4B9BAD2-4F2C-8ED7-09E2-C81CFD1741BA}"/>
              </a:ext>
            </a:extLst>
          </p:cNvPr>
          <p:cNvSpPr txBox="1"/>
          <p:nvPr/>
        </p:nvSpPr>
        <p:spPr>
          <a:xfrm>
            <a:off x="2195512" y="5875190"/>
            <a:ext cx="78009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2400" dirty="0">
                <a:solidFill>
                  <a:srgbClr val="7C9CD6"/>
                </a:solidFill>
                <a:latin typeface="Arial Black" panose="020B0A04020102020204" pitchFamily="34" charset="0"/>
              </a:rPr>
              <a:t>smallerisbetter@student.elte.hu</a:t>
            </a:r>
          </a:p>
        </p:txBody>
      </p:sp>
      <p:grpSp>
        <p:nvGrpSpPr>
          <p:cNvPr id="18" name="Csoportba foglalás 17">
            <a:extLst>
              <a:ext uri="{FF2B5EF4-FFF2-40B4-BE49-F238E27FC236}">
                <a16:creationId xmlns:a16="http://schemas.microsoft.com/office/drawing/2014/main" id="{C1334712-837B-AAF1-4883-379E7BCA4B2B}"/>
              </a:ext>
            </a:extLst>
          </p:cNvPr>
          <p:cNvGrpSpPr/>
          <p:nvPr/>
        </p:nvGrpSpPr>
        <p:grpSpPr>
          <a:xfrm>
            <a:off x="3985556" y="1592429"/>
            <a:ext cx="4220887" cy="4160672"/>
            <a:chOff x="3985556" y="1592429"/>
            <a:chExt cx="4220887" cy="4160672"/>
          </a:xfrm>
        </p:grpSpPr>
        <p:sp>
          <p:nvSpPr>
            <p:cNvPr id="3" name="Ellipszis 2">
              <a:extLst>
                <a:ext uri="{FF2B5EF4-FFF2-40B4-BE49-F238E27FC236}">
                  <a16:creationId xmlns:a16="http://schemas.microsoft.com/office/drawing/2014/main" id="{9A50280B-27C9-92F9-7D13-18D88816D79E}"/>
                </a:ext>
              </a:extLst>
            </p:cNvPr>
            <p:cNvSpPr/>
            <p:nvPr/>
          </p:nvSpPr>
          <p:spPr>
            <a:xfrm>
              <a:off x="4015664" y="1592429"/>
              <a:ext cx="4160672" cy="4160672"/>
            </a:xfrm>
            <a:prstGeom prst="ellipse">
              <a:avLst/>
            </a:prstGeom>
            <a:solidFill>
              <a:srgbClr val="7C9C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" name="Szövegdoboz 8">
              <a:extLst>
                <a:ext uri="{FF2B5EF4-FFF2-40B4-BE49-F238E27FC236}">
                  <a16:creationId xmlns:a16="http://schemas.microsoft.com/office/drawing/2014/main" id="{D0AA5D82-C091-CC1F-F0B9-8984ADB3FF53}"/>
                </a:ext>
              </a:extLst>
            </p:cNvPr>
            <p:cNvSpPr txBox="1"/>
            <p:nvPr/>
          </p:nvSpPr>
          <p:spPr>
            <a:xfrm rot="20883075">
              <a:off x="3985556" y="2549862"/>
              <a:ext cx="4220887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2800" b="1" baseline="30000" dirty="0"/>
                <a:t>$</a:t>
              </a:r>
              <a:r>
                <a:rPr lang="hu-HU" sz="12800" b="1" dirty="0"/>
                <a:t>500K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8365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95</Words>
  <Application>Microsoft Office PowerPoint</Application>
  <PresentationFormat>Szélesvásznú</PresentationFormat>
  <Paragraphs>39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5" baseType="lpstr">
      <vt:lpstr>Arial</vt:lpstr>
      <vt:lpstr>Arial Black</vt:lpstr>
      <vt:lpstr>Bahnschrift</vt:lpstr>
      <vt:lpstr>Calibri</vt:lpstr>
      <vt:lpstr>Calibri Light</vt:lpstr>
      <vt:lpstr>Wingdings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Logo/name</dc:title>
  <dc:creator>Réka Baráth</dc:creator>
  <cp:lastModifiedBy>Sándor Kolos Barnabás</cp:lastModifiedBy>
  <cp:revision>61</cp:revision>
  <dcterms:created xsi:type="dcterms:W3CDTF">2023-11-28T07:11:59Z</dcterms:created>
  <dcterms:modified xsi:type="dcterms:W3CDTF">2023-11-29T00:22:55Z</dcterms:modified>
</cp:coreProperties>
</file>