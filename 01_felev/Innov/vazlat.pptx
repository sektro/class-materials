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7C6632-ADE9-7E05-DFF0-D737D5DF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301ACAF-2CB1-B0E5-42E8-364741585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D4ED1D-A269-6D51-82D1-D47957A8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9A3A65-E7FA-5F75-E9D0-F346D07E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55A58AF-6D2D-36CC-EED4-6EC23F8D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373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9875A9-405F-98D6-E5B2-7FD9B943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B4C714-1602-C182-7086-2CDD5622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D842BFB-CCDD-CE2B-D26B-E33273FD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28F466-037F-8AAE-8528-7C8FAAF2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D9C83D9-269C-D021-07F5-E7C76C9E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694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FCDB5A-15AD-5F3B-ED9A-56DA8669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6ABC556-C5CE-D67B-7D16-37879112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21D1A8-2AD3-1A30-DCA1-F7274F58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E32931C-E3C8-873D-BB4F-323B347D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D215EB-3C5F-1B52-0F8F-7CDC1788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50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69372E-B33F-7117-CDF0-680A6998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43BB64-E7F6-5D10-4182-FE29BD434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3AA995B-FE98-0150-5598-211B6C77C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181A2C7-6360-6C1C-0E5A-BFDD5EB4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D1CFCC7-F895-B370-341F-E97F59F2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52FDEFC-58B7-7CCC-51B3-4DBBD3BC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140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528706-DDEC-9A0D-EE86-74DAE721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1D7691D-1823-2344-0CBF-440B8905F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0E368B2-B9AC-8DC6-2554-32C6B3DA9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F772BAF-ABB8-2845-1A95-3DF68D9F3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CEBADC7-2282-B9F2-CFFA-C93B867D6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AE5CDF9-25F2-3276-C03A-C00466575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FFAC791-E38E-39F5-364A-52B379C7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BB92A13-EFC0-425F-13AF-8D8FD6F9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926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35F7B8-8EE4-D401-3CBE-952458734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E238F49-132A-D21D-0C23-3008542A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402AE88-8B92-6534-3B3F-A52421A9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1931D5C-E054-8FD9-EFE5-22F62945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97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41B6C7E-96EE-5932-4A8C-04B34849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22FA698-F8E1-E854-BEE4-362E2090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3A2BBB6-18CC-4116-0861-0BCD287C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122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795DD0-0B3D-0908-CE63-30EE70E9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8C79BD-A598-7300-765E-9FF9964C1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6EE9C94-8FE6-E6AD-AD47-D178C611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1BC4D75-2C9D-4C27-C890-13F51024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CADF124-3598-44C5-FDA5-F9B505A7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1BCC018-20AA-6EAE-8D9A-CD9AFA10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1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C4DBCA-B7E0-510B-3EAA-ACA5D4A6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D2F0197-FCF0-9832-3AAA-D5FD3715C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7E0807F-050E-F617-E114-5C25F5011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55A42D7-D3F4-1956-FE8C-D3226565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D716F1B-06CC-7CC5-DD55-31B25A409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CD864FB-9CF0-1B2F-BB9E-59675FF9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861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E29846-7182-3924-BA55-8600EA2F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8E10A2B-1D3A-5278-B6C6-FD2F39167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6AE8601-8D0A-0788-561E-3B7877D0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579AB4-D460-87DD-E4DC-EC7FDD81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780A7D4-0ECB-2AD4-A747-956EAAC7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7006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B86FF14-C880-3B15-6A67-AF07EC8F7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E09F81C-FA49-B4CB-5345-B69A367B9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CB3D0D1-7981-1C94-7DF7-13A18CF6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AAAE059-99E8-BA68-7394-0824203E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CE62F6-4342-3788-B15A-CFFB20F1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151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1A7D8E4-6A48-A13C-371F-3C76DE5F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3F337B5-BCE1-7A15-9FD7-5548393FC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2BF8C3-F7A3-939C-9DF1-28B1B59D6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CD35A-6E63-4CDB-9A0B-BC8099948D82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D241B10-C9AF-D8E3-E35A-BF6E8B639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02B6A6-C9A3-1230-FAE4-431E584CB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A5339-2F9D-491B-8892-8C87133525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988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4F739E-037E-D4A4-0E14-9CCF399FB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317715E-7AFC-92F6-563C-8EF852B94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662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7EA3CA-5C34-BEE0-3D32-D1349D384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Logo</a:t>
            </a:r>
            <a:r>
              <a:rPr lang="hu-HU" dirty="0"/>
              <a:t>/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F5215CC-F53B-976E-1036-645EAE928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Brief</a:t>
            </a:r>
            <a:r>
              <a:rPr lang="hu-HU" dirty="0"/>
              <a:t> </a:t>
            </a:r>
            <a:r>
              <a:rPr lang="hu-HU" dirty="0" err="1"/>
              <a:t>one</a:t>
            </a:r>
            <a:r>
              <a:rPr lang="hu-HU" dirty="0"/>
              <a:t> </a:t>
            </a:r>
            <a:r>
              <a:rPr lang="hu-HU" dirty="0" err="1"/>
              <a:t>liner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8437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B1B270-C42C-FF7B-183E-37FA1A3B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Problem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260B7A-B5A7-DEC7-5ECF-78D65027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#1 </a:t>
            </a:r>
            <a:r>
              <a:rPr lang="hu-HU" dirty="0" err="1"/>
              <a:t>problem</a:t>
            </a:r>
            <a:r>
              <a:rPr lang="hu-HU" dirty="0"/>
              <a:t> („</a:t>
            </a:r>
            <a:r>
              <a:rPr lang="hu-HU" dirty="0" err="1"/>
              <a:t>what</a:t>
            </a:r>
            <a:r>
              <a:rPr lang="hu-HU" dirty="0"/>
              <a:t> </a:t>
            </a:r>
            <a:r>
              <a:rPr lang="hu-HU" dirty="0" err="1"/>
              <a:t>keeps</a:t>
            </a:r>
            <a:r>
              <a:rPr lang="hu-HU" dirty="0"/>
              <a:t> </a:t>
            </a:r>
            <a:r>
              <a:rPr lang="hu-HU" dirty="0" err="1"/>
              <a:t>them</a:t>
            </a:r>
            <a:r>
              <a:rPr lang="hu-HU" dirty="0"/>
              <a:t> </a:t>
            </a:r>
            <a:r>
              <a:rPr lang="hu-HU" dirty="0" err="1"/>
              <a:t>up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night</a:t>
            </a:r>
            <a:r>
              <a:rPr lang="hu-HU" dirty="0"/>
              <a:t>”)</a:t>
            </a:r>
          </a:p>
          <a:p>
            <a:r>
              <a:rPr lang="hu-HU" dirty="0"/>
              <a:t>Pénzhiány (mindenki életében)</a:t>
            </a:r>
          </a:p>
        </p:txBody>
      </p:sp>
    </p:spTree>
    <p:extLst>
      <p:ext uri="{BB962C8B-B14F-4D97-AF65-F5344CB8AC3E}">
        <p14:creationId xmlns:p14="http://schemas.microsoft.com/office/powerpoint/2010/main" val="198742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EFC3D1-EA05-88DB-E2AB-BB4E524C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Solution</a:t>
            </a:r>
            <a:r>
              <a:rPr lang="hu-HU" dirty="0"/>
              <a:t> (</a:t>
            </a:r>
            <a:r>
              <a:rPr lang="hu-HU" dirty="0" err="1"/>
              <a:t>Purpose</a:t>
            </a:r>
            <a:r>
              <a:rPr lang="hu-HU" dirty="0"/>
              <a:t> of </a:t>
            </a:r>
            <a:r>
              <a:rPr lang="hu-HU" dirty="0" err="1"/>
              <a:t>product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F0AA76-FE4D-3386-4D25-FE8B84BA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Pics</a:t>
            </a:r>
            <a:endParaRPr lang="hu-HU" dirty="0"/>
          </a:p>
          <a:p>
            <a:r>
              <a:rPr lang="hu-HU" dirty="0"/>
              <a:t>Story of </a:t>
            </a:r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client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7762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F08E59-190A-3478-0302-2A171459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Target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B4B4051-71BB-FFF6-C904-450E61F47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Anyone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least</a:t>
            </a:r>
            <a:r>
              <a:rPr lang="hu-HU" dirty="0"/>
              <a:t> minimum </a:t>
            </a:r>
            <a:r>
              <a:rPr lang="hu-HU" dirty="0" err="1"/>
              <a:t>wage</a:t>
            </a:r>
            <a:endParaRPr lang="hu-HU" dirty="0"/>
          </a:p>
          <a:p>
            <a:r>
              <a:rPr lang="hu-HU" dirty="0" err="1"/>
              <a:t>Why</a:t>
            </a:r>
            <a:r>
              <a:rPr lang="hu-HU" dirty="0"/>
              <a:t> </a:t>
            </a:r>
            <a:r>
              <a:rPr lang="hu-HU" dirty="0" err="1"/>
              <a:t>now</a:t>
            </a:r>
            <a:r>
              <a:rPr lang="hu-HU" dirty="0"/>
              <a:t> (</a:t>
            </a:r>
            <a:r>
              <a:rPr lang="hu-HU" dirty="0" err="1"/>
              <a:t>overpopulation</a:t>
            </a:r>
            <a:r>
              <a:rPr lang="hu-HU" dirty="0"/>
              <a:t>, </a:t>
            </a:r>
            <a:r>
              <a:rPr lang="hu-HU" dirty="0" err="1"/>
              <a:t>rising</a:t>
            </a:r>
            <a:r>
              <a:rPr lang="hu-HU" dirty="0"/>
              <a:t> </a:t>
            </a:r>
            <a:r>
              <a:rPr lang="hu-HU" dirty="0" err="1"/>
              <a:t>unemployment</a:t>
            </a:r>
            <a:r>
              <a:rPr lang="hu-HU" dirty="0"/>
              <a:t> </a:t>
            </a:r>
            <a:r>
              <a:rPr lang="hu-HU" dirty="0" err="1"/>
              <a:t>rate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574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F0A30F-37C0-B962-66B9-ABC26369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74C515-0EE6-220E-8E0C-1166B33A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Pics</a:t>
            </a:r>
            <a:endParaRPr lang="hu-HU" dirty="0"/>
          </a:p>
          <a:p>
            <a:r>
              <a:rPr lang="hu-HU" dirty="0" err="1"/>
              <a:t>Awards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0788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ED0CB6-3B3A-4687-1151-21DA9129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Competition</a:t>
            </a:r>
            <a:r>
              <a:rPr lang="hu-HU" dirty="0"/>
              <a:t>: 0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8CDEBE-79AD-6D9B-6017-249DBA1B2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Market </a:t>
            </a:r>
            <a:r>
              <a:rPr lang="hu-HU" dirty="0" err="1"/>
              <a:t>landscape</a:t>
            </a:r>
            <a:r>
              <a:rPr lang="hu-HU" dirty="0"/>
              <a:t>: </a:t>
            </a:r>
            <a:r>
              <a:rPr lang="hu-HU" dirty="0" err="1"/>
              <a:t>every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company</a:t>
            </a:r>
            <a:r>
              <a:rPr lang="hu-HU" dirty="0"/>
              <a:t>: 0 </a:t>
            </a:r>
            <a:r>
              <a:rPr lang="hu-HU" dirty="0" err="1"/>
              <a:t>us</a:t>
            </a:r>
            <a:r>
              <a:rPr lang="hu-HU" dirty="0"/>
              <a:t>: 1 (</a:t>
            </a:r>
            <a:r>
              <a:rPr lang="hu-HU" dirty="0" err="1"/>
              <a:t>diagrams</a:t>
            </a:r>
            <a:r>
              <a:rPr lang="hu-HU" dirty="0"/>
              <a:t>)</a:t>
            </a:r>
          </a:p>
          <a:p>
            <a:r>
              <a:rPr lang="hu-HU" dirty="0" err="1"/>
              <a:t>Competitive</a:t>
            </a:r>
            <a:r>
              <a:rPr lang="hu-HU" dirty="0"/>
              <a:t> </a:t>
            </a:r>
            <a:r>
              <a:rPr lang="hu-HU" dirty="0" err="1"/>
              <a:t>advantages</a:t>
            </a:r>
            <a:r>
              <a:rPr lang="hu-HU" dirty="0"/>
              <a:t>: no </a:t>
            </a:r>
            <a:r>
              <a:rPr lang="hu-HU" dirty="0" err="1"/>
              <a:t>competition</a:t>
            </a:r>
            <a:r>
              <a:rPr lang="hu-HU" dirty="0"/>
              <a:t> (</a:t>
            </a:r>
            <a:r>
              <a:rPr lang="hu-HU" dirty="0" err="1"/>
              <a:t>yet</a:t>
            </a:r>
            <a:r>
              <a:rPr lang="hu-HU" dirty="0"/>
              <a:t>)</a:t>
            </a:r>
            <a:br>
              <a:rPr lang="hu-HU" dirty="0"/>
            </a:br>
            <a:r>
              <a:rPr lang="hu-HU" dirty="0">
                <a:sym typeface="Wingdings" panose="05000000000000000000" pitchFamily="2" charset="2"/>
              </a:rPr>
              <a:t></a:t>
            </a:r>
            <a:r>
              <a:rPr lang="hu-HU" dirty="0" err="1">
                <a:sym typeface="Wingdings" panose="05000000000000000000" pitchFamily="2" charset="2"/>
              </a:rPr>
              <a:t>best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time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to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buy</a:t>
            </a:r>
            <a:r>
              <a:rPr lang="hu-HU" dirty="0">
                <a:sym typeface="Wingdings" panose="05000000000000000000" pitchFamily="2" charset="2"/>
              </a:rPr>
              <a:t> in</a:t>
            </a:r>
          </a:p>
          <a:p>
            <a:r>
              <a:rPr lang="hu-HU" dirty="0" err="1">
                <a:sym typeface="Wingdings" panose="05000000000000000000" pitchFamily="2" charset="2"/>
              </a:rPr>
              <a:t>Companies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wanting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to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buy</a:t>
            </a:r>
            <a:r>
              <a:rPr lang="hu-HU" dirty="0">
                <a:sym typeface="Wingdings" panose="05000000000000000000" pitchFamily="2" charset="2"/>
              </a:rPr>
              <a:t> in: </a:t>
            </a:r>
            <a:r>
              <a:rPr lang="hu-HU" dirty="0" err="1">
                <a:sym typeface="Wingdings" panose="05000000000000000000" pitchFamily="2" charset="2"/>
              </a:rPr>
              <a:t>Abstergo</a:t>
            </a:r>
            <a:r>
              <a:rPr lang="hu-HU" dirty="0">
                <a:sym typeface="Wingdings" panose="05000000000000000000" pitchFamily="2" charset="2"/>
              </a:rPr>
              <a:t>, </a:t>
            </a:r>
            <a:r>
              <a:rPr lang="hu-HU" b="0" i="0" dirty="0" err="1">
                <a:effectLst/>
                <a:latin typeface="Google Sans"/>
              </a:rPr>
              <a:t>Aperture</a:t>
            </a:r>
            <a:r>
              <a:rPr lang="hu-HU" b="0" i="0" dirty="0">
                <a:effectLst/>
                <a:latin typeface="Google Sans"/>
              </a:rPr>
              <a:t> Science </a:t>
            </a:r>
            <a:r>
              <a:rPr lang="hu-HU" b="0" i="0" dirty="0" err="1">
                <a:effectLst/>
                <a:latin typeface="Google Sans"/>
              </a:rPr>
              <a:t>Laboratories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861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B72DFE-B1BA-5677-48BC-3E3DD9F3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Business </a:t>
            </a:r>
            <a:r>
              <a:rPr lang="hu-HU" dirty="0" err="1"/>
              <a:t>model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ABB248-FEA9-ACE8-DDB2-14A5447E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9123"/>
            <a:ext cx="10515600" cy="4351338"/>
          </a:xfrm>
        </p:spPr>
        <p:txBody>
          <a:bodyPr/>
          <a:lstStyle/>
          <a:p>
            <a:r>
              <a:rPr lang="hu-HU" dirty="0" err="1"/>
              <a:t>Revenue</a:t>
            </a:r>
            <a:r>
              <a:rPr lang="hu-HU" dirty="0"/>
              <a:t>/</a:t>
            </a:r>
            <a:r>
              <a:rPr lang="hu-HU" dirty="0" err="1"/>
              <a:t>expenses</a:t>
            </a:r>
            <a:endParaRPr lang="hu-HU" dirty="0"/>
          </a:p>
          <a:p>
            <a:r>
              <a:rPr lang="hu-HU" dirty="0"/>
              <a:t>R: % of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income</a:t>
            </a:r>
            <a:r>
              <a:rPr lang="hu-HU" dirty="0"/>
              <a:t> (~20.000$/</a:t>
            </a:r>
            <a:r>
              <a:rPr lang="hu-HU" dirty="0" err="1"/>
              <a:t>month</a:t>
            </a:r>
            <a:r>
              <a:rPr lang="hu-HU" dirty="0"/>
              <a:t>) (10%share) </a:t>
            </a:r>
            <a:r>
              <a:rPr lang="hu-HU" dirty="0">
                <a:sym typeface="Wingdings" panose="05000000000000000000" pitchFamily="2" charset="2"/>
              </a:rPr>
              <a:t>5 </a:t>
            </a:r>
            <a:r>
              <a:rPr lang="hu-HU" dirty="0" err="1">
                <a:sym typeface="Wingdings" panose="05000000000000000000" pitchFamily="2" charset="2"/>
              </a:rPr>
              <a:t>citiesmakes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money</a:t>
            </a:r>
            <a:r>
              <a:rPr lang="hu-HU">
                <a:sym typeface="Wingdings" panose="05000000000000000000" pitchFamily="2" charset="2"/>
              </a:rPr>
              <a:t> back in 2 </a:t>
            </a:r>
            <a:r>
              <a:rPr lang="hu-HU" dirty="0" err="1">
                <a:sym typeface="Wingdings" panose="05000000000000000000" pitchFamily="2" charset="2"/>
              </a:rPr>
              <a:t>years</a:t>
            </a:r>
            <a:endParaRPr lang="hu-HU" dirty="0"/>
          </a:p>
          <a:p>
            <a:r>
              <a:rPr lang="hu-HU" dirty="0"/>
              <a:t>E: </a:t>
            </a:r>
            <a:r>
              <a:rPr lang="hu-HU" dirty="0" err="1"/>
              <a:t>maintaining</a:t>
            </a:r>
            <a:r>
              <a:rPr lang="hu-HU" dirty="0"/>
              <a:t> city (~2.000$/</a:t>
            </a:r>
            <a:r>
              <a:rPr lang="hu-HU" dirty="0" err="1"/>
              <a:t>month</a:t>
            </a:r>
            <a:r>
              <a:rPr lang="hu-HU" dirty="0"/>
              <a:t>)</a:t>
            </a:r>
          </a:p>
          <a:p>
            <a:r>
              <a:rPr lang="hu-HU" dirty="0"/>
              <a:t>Financial </a:t>
            </a:r>
            <a:r>
              <a:rPr lang="hu-HU" dirty="0" err="1"/>
              <a:t>projections</a:t>
            </a:r>
            <a:r>
              <a:rPr lang="hu-HU" dirty="0"/>
              <a:t>: 1st </a:t>
            </a:r>
            <a:r>
              <a:rPr lang="hu-HU" dirty="0" err="1"/>
              <a:t>year</a:t>
            </a:r>
            <a:r>
              <a:rPr lang="hu-HU" dirty="0"/>
              <a:t>: </a:t>
            </a:r>
            <a:r>
              <a:rPr lang="hu-HU" dirty="0" err="1"/>
              <a:t>rough</a:t>
            </a:r>
            <a:r>
              <a:rPr lang="hu-HU" dirty="0"/>
              <a:t> (building </a:t>
            </a:r>
            <a:r>
              <a:rPr lang="hu-HU" dirty="0" err="1"/>
              <a:t>the</a:t>
            </a:r>
            <a:r>
              <a:rPr lang="hu-HU" dirty="0"/>
              <a:t> city)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it’s</a:t>
            </a:r>
            <a:r>
              <a:rPr lang="hu-HU" dirty="0"/>
              <a:t> an </a:t>
            </a:r>
            <a:r>
              <a:rPr lang="hu-HU" dirty="0" err="1"/>
              <a:t>investment</a:t>
            </a:r>
            <a:r>
              <a:rPr lang="hu-HU" dirty="0"/>
              <a:t>, </a:t>
            </a:r>
            <a:r>
              <a:rPr lang="hu-HU" dirty="0" err="1"/>
              <a:t>after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: </a:t>
            </a:r>
            <a:r>
              <a:rPr lang="hu-HU" dirty="0" err="1"/>
              <a:t>steady</a:t>
            </a:r>
            <a:r>
              <a:rPr lang="hu-HU" dirty="0"/>
              <a:t> </a:t>
            </a:r>
            <a:r>
              <a:rPr lang="hu-HU" dirty="0" err="1"/>
              <a:t>income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long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city </a:t>
            </a:r>
            <a:r>
              <a:rPr lang="hu-HU" dirty="0" err="1"/>
              <a:t>operates</a:t>
            </a:r>
            <a:endParaRPr lang="hu-HU" dirty="0"/>
          </a:p>
          <a:p>
            <a:r>
              <a:rPr lang="hu-HU" dirty="0">
                <a:sym typeface="Wingdings" panose="05000000000000000000" pitchFamily="2" charset="2"/>
              </a:rPr>
              <a:t> </a:t>
            </a:r>
            <a:r>
              <a:rPr lang="hu-HU" dirty="0" err="1">
                <a:sym typeface="Wingdings" panose="05000000000000000000" pitchFamily="2" charset="2"/>
              </a:rPr>
              <a:t>success</a:t>
            </a:r>
            <a:r>
              <a:rPr lang="hu-HU" dirty="0">
                <a:sym typeface="Wingdings" panose="05000000000000000000" pitchFamily="2" charset="2"/>
              </a:rPr>
              <a:t>  more </a:t>
            </a:r>
            <a:r>
              <a:rPr lang="hu-HU" dirty="0" err="1">
                <a:sym typeface="Wingdings" panose="05000000000000000000" pitchFamily="2" charset="2"/>
              </a:rPr>
              <a:t>cities</a:t>
            </a:r>
            <a:r>
              <a:rPr lang="hu-HU" dirty="0">
                <a:sym typeface="Wingdings" panose="05000000000000000000" pitchFamily="2" charset="2"/>
              </a:rPr>
              <a:t>  more </a:t>
            </a:r>
            <a:r>
              <a:rPr lang="hu-HU" dirty="0" err="1">
                <a:sym typeface="Wingdings" panose="05000000000000000000" pitchFamily="2" charset="2"/>
              </a:rPr>
              <a:t>success</a:t>
            </a:r>
            <a:r>
              <a:rPr lang="hu-HU" dirty="0">
                <a:sym typeface="Wingdings" panose="05000000000000000000" pitchFamily="2" charset="2"/>
              </a:rPr>
              <a:t> (körforgás ábra)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9869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74FFB2-B7F0-E9C8-ABFE-0850A974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Buy</a:t>
            </a:r>
            <a:r>
              <a:rPr lang="hu-HU" dirty="0"/>
              <a:t> in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only</a:t>
            </a:r>
            <a:r>
              <a:rPr lang="hu-HU" dirty="0"/>
              <a:t> 500K$!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7ED483-58C7-80E7-72BA-DA91E2598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810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Szélesvásznú</PresentationFormat>
  <Paragraphs>25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Office-téma</vt:lpstr>
      <vt:lpstr>PowerPoint-bemutató</vt:lpstr>
      <vt:lpstr>Logo/name</vt:lpstr>
      <vt:lpstr>Problem</vt:lpstr>
      <vt:lpstr>Solution (Purpose of product)</vt:lpstr>
      <vt:lpstr>Target</vt:lpstr>
      <vt:lpstr>Team</vt:lpstr>
      <vt:lpstr>Competition: 0</vt:lpstr>
      <vt:lpstr>Business model</vt:lpstr>
      <vt:lpstr>Buy in on the future with only 500K$!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Sándor Kolos Barnabás</dc:creator>
  <cp:lastModifiedBy>Sándor Kolos Barnabás</cp:lastModifiedBy>
  <cp:revision>2</cp:revision>
  <dcterms:created xsi:type="dcterms:W3CDTF">2023-11-29T00:27:19Z</dcterms:created>
  <dcterms:modified xsi:type="dcterms:W3CDTF">2023-11-29T00:28:17Z</dcterms:modified>
</cp:coreProperties>
</file>